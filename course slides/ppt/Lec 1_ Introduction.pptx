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9" r:id="rId1"/>
  </p:sldMasterIdLst>
  <p:notesMasterIdLst>
    <p:notesMasterId r:id="rId15"/>
  </p:notesMasterIdLst>
  <p:sldIdLst>
    <p:sldId id="256" r:id="rId2"/>
    <p:sldId id="257" r:id="rId3"/>
    <p:sldId id="283" r:id="rId4"/>
    <p:sldId id="282" r:id="rId5"/>
    <p:sldId id="279" r:id="rId6"/>
    <p:sldId id="281" r:id="rId7"/>
    <p:sldId id="259" r:id="rId8"/>
    <p:sldId id="260" r:id="rId9"/>
    <p:sldId id="261" r:id="rId10"/>
    <p:sldId id="262" r:id="rId11"/>
    <p:sldId id="278" r:id="rId12"/>
    <p:sldId id="280" r:id="rId13"/>
    <p:sldId id="277" r:id="rId14"/>
  </p:sldIdLst>
  <p:sldSz cx="9144000" cy="5143500" type="screen16x9"/>
  <p:notesSz cx="51435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197"/>
    <p:restoredTop sz="97686"/>
  </p:normalViewPr>
  <p:slideViewPr>
    <p:cSldViewPr snapToGrid="0" snapToObjects="1">
      <p:cViewPr>
        <p:scale>
          <a:sx n="188" d="100"/>
          <a:sy n="188" d="100"/>
        </p:scale>
        <p:origin x="4128" y="1632"/>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032207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Welcome</a:t>
            </a:r>
          </a:p>
          <a:p>
            <a:pPr marL="171450" indent="-171450">
              <a:buFontTx/>
              <a:buChar char="-"/>
            </a:pPr>
            <a:r>
              <a:rPr lang="en-US" dirty="0"/>
              <a:t>Introductory course for game dev </a:t>
            </a:r>
          </a:p>
          <a:p>
            <a:pPr marL="171450" indent="-171450">
              <a:buFontTx/>
              <a:buChar char="-"/>
            </a:pPr>
            <a:endParaRPr lang="en-US" dirty="0"/>
          </a:p>
          <a:p>
            <a:pPr marL="171450" indent="-171450">
              <a:buFontTx/>
              <a:buChar char="-"/>
            </a:pP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F8787-D454-420A-1929-06F22ABE99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75AA18-BF40-C42D-EAF8-1CB801E654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819912-E39B-917F-A866-4BB6B30AE74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48561A-61C4-840E-5493-C758F2A710BB}"/>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2470799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2EB76B-2C90-898D-B711-0F91CAFA4A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18BB79-7F43-2DE8-43FD-7BD6E7F642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5B85FB-1BFE-E6E6-FC9E-69D1C7D59E4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884C5BA-2DAE-CC11-C411-9FB4BBE5C560}"/>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5560616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978619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E5FA9-1D58-2925-FBE4-455C363C1C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43C8ED-261A-1224-38D1-BD4F13E114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1735B5-D149-2846-CB7F-48071BD9F1C7}"/>
              </a:ext>
            </a:extLst>
          </p:cNvPr>
          <p:cNvSpPr>
            <a:spLocks noGrp="1"/>
          </p:cNvSpPr>
          <p:nvPr>
            <p:ph type="body" idx="1"/>
          </p:nvPr>
        </p:nvSpPr>
        <p:spPr/>
        <p:txBody>
          <a:bodyPr/>
          <a:lstStyle/>
          <a:p>
            <a:r>
              <a:rPr lang="en-US" dirty="0"/>
              <a:t>What is a game?
(Quick question to the class) If you had to define ‘game’ in one sentence, what would you say?
There are many definitions, and each one emphasizes something different—rules, conflict, outcomes, or decision-making.</a:t>
            </a:r>
          </a:p>
        </p:txBody>
      </p:sp>
      <p:sp>
        <p:nvSpPr>
          <p:cNvPr id="4" name="Slide Number Placeholder 3">
            <a:extLst>
              <a:ext uri="{FF2B5EF4-FFF2-40B4-BE49-F238E27FC236}">
                <a16:creationId xmlns:a16="http://schemas.microsoft.com/office/drawing/2014/main" id="{C53897CE-2DB1-B965-ADD1-1759545598F4}"/>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7024673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strong definition comes from Tracy Fullerton (Game Design Workshop).
She describes a game as a closed, formal system that engages players in structured conflict and resolves uncertainty with an unequal outcome.
In other words: games create a world with boundaries (a system), they create tension (conflict), and they produce a result (someone wins, loses, or performs better).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classic definition is from Katie Salen and Eric Zimmerman (Rules of Play).
They define a game as a system where players engage in an artificial conflict, defined by rules, that results in a quantifiable outcome.
Notice the emphasis here: ‘system’ + ‘rules’ + an outcome you can measure—score, time, ranking, win/loss.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very famous—and very practical—definition comes from Sid Meier (Civilization):
‘A game is a series of meaningful choices.’
This is useful for us because it connects directly to design and programming.
If the player’s choices don’t matter, the game becomes boring.
If choices matter, then the game becomes strategic, emotional, and engaging.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compare these definitions, most games share a few core elements:
- A closed system (the game world has boundaries)
- Rules (what is allowed / not allowed)
- Players (one or more participants interacting with the system)
- Structured conflict (challenge, competition, scarcity, risk)
- Unequal outcomes (somebody ‘does better’ or wins)
Even when a game is cooperative, there is still conflict—often against the environment or the system.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A85C5-2B74-AF20-5577-F95E8F8404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17DFD0-CCB5-3F78-0AD2-C57AC47A03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A12B87-7366-AFC2-8B9A-5021E1AA47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B88BE57-8C80-BC3E-8863-0511BCABC29C}"/>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97832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question (to check understanding):
If you had to pick ONE milestone that changed game development the most—what would it be, and why?
Is it:
- arcades (public access)
- consoles (home gaming)
- online multiplayer (social + scale)
- mobile (distribution + new audience)
Post your answer in the discussion channel.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179867CD-CD09-0EEC-D165-96584688B982}"/>
              </a:ext>
            </a:extLst>
          </p:cNvPr>
          <p:cNvSpPr>
            <a:spLocks noGrp="1"/>
          </p:cNvSpPr>
          <p:nvPr>
            <p:ph type="title"/>
          </p:nvPr>
        </p:nvSpPr>
        <p:spPr>
          <a:xfrm>
            <a:off x="61722" y="48006"/>
            <a:ext cx="9011412" cy="3840479"/>
          </a:xfrm>
        </p:spPr>
        <p:txBody>
          <a:bodyPr>
            <a:normAutofit/>
          </a:bodyPr>
          <a:lstStyle>
            <a:lvl1pPr>
              <a:defRPr sz="8250" cap="all" baseline="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F065D245-B564-481D-A323-F73C5BCA8461}"/>
              </a:ext>
            </a:extLst>
          </p:cNvPr>
          <p:cNvSpPr>
            <a:spLocks noGrp="1"/>
          </p:cNvSpPr>
          <p:nvPr>
            <p:ph type="subTitle" idx="1"/>
          </p:nvPr>
        </p:nvSpPr>
        <p:spPr>
          <a:xfrm>
            <a:off x="816102" y="4020659"/>
            <a:ext cx="7527798" cy="425196"/>
          </a:xfrm>
        </p:spPr>
        <p:txBody>
          <a:bodyPr anchor="b" anchorCtr="0">
            <a:normAutofit/>
          </a:bodyPr>
          <a:lstStyle>
            <a:lvl1pPr marL="0" indent="0" algn="r">
              <a:lnSpc>
                <a:spcPct val="100000"/>
              </a:lnSpc>
              <a:buNone/>
              <a:defRPr sz="15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011422A5-3076-413B-84CB-ED3BA4171CC0}"/>
              </a:ext>
            </a:extLst>
          </p:cNvPr>
          <p:cNvSpPr>
            <a:spLocks noGrp="1"/>
          </p:cNvSpPr>
          <p:nvPr>
            <p:ph type="ftr" sz="quarter" idx="11"/>
          </p:nvPr>
        </p:nvSpPr>
        <p:spPr/>
        <p:txBody>
          <a:bodyPr/>
          <a:lstStyle/>
          <a:p>
            <a:endParaRPr lang="en-US" dirty="0"/>
          </a:p>
        </p:txBody>
      </p:sp>
      <p:sp>
        <p:nvSpPr>
          <p:cNvPr id="4" name="Date Placeholder 3">
            <a:extLst>
              <a:ext uri="{FF2B5EF4-FFF2-40B4-BE49-F238E27FC236}">
                <a16:creationId xmlns:a16="http://schemas.microsoft.com/office/drawing/2014/main" id="{28E072EE-51B3-4C0C-A460-4684AB079301}"/>
              </a:ext>
            </a:extLst>
          </p:cNvPr>
          <p:cNvSpPr>
            <a:spLocks noGrp="1"/>
          </p:cNvSpPr>
          <p:nvPr>
            <p:ph type="dt" sz="half" idx="10"/>
          </p:nvPr>
        </p:nvSpPr>
        <p:spPr/>
        <p:txBody>
          <a:bodyPr/>
          <a:lstStyle/>
          <a:p>
            <a:fld id="{2ABAD28B-DD56-4B56-883A-96608C765E28}" type="datetimeFigureOut">
              <a:rPr lang="en-US" smtClean="0"/>
              <a:t>8/19/26</a:t>
            </a:fld>
            <a:endParaRPr lang="en-US" dirty="0"/>
          </a:p>
        </p:txBody>
      </p:sp>
      <p:sp>
        <p:nvSpPr>
          <p:cNvPr id="6" name="Slide Number Placeholder 5">
            <a:extLst>
              <a:ext uri="{FF2B5EF4-FFF2-40B4-BE49-F238E27FC236}">
                <a16:creationId xmlns:a16="http://schemas.microsoft.com/office/drawing/2014/main" id="{F5267C68-40D5-477E-9DBC-C28FD4B1142F}"/>
              </a:ext>
            </a:extLst>
          </p:cNvPr>
          <p:cNvSpPr>
            <a:spLocks noGrp="1"/>
          </p:cNvSpPr>
          <p:nvPr>
            <p:ph type="sldNum" sz="quarter" idx="12"/>
          </p:nvPr>
        </p:nvSpPr>
        <p:spPr/>
        <p:txBody>
          <a:bodyPr/>
          <a:lstStyle/>
          <a:p>
            <a:fld id="{7DF5BAF5-ABAB-4575-8E56-D109A3D17F9F}" type="slidenum">
              <a:rPr lang="en-US" smtClean="0"/>
              <a:t>‹#›</a:t>
            </a:fld>
            <a:endParaRPr lang="en-US" dirty="0"/>
          </a:p>
        </p:txBody>
      </p:sp>
      <p:cxnSp>
        <p:nvCxnSpPr>
          <p:cNvPr id="8" name="Straight Connector 7">
            <a:extLst>
              <a:ext uri="{FF2B5EF4-FFF2-40B4-BE49-F238E27FC236}">
                <a16:creationId xmlns:a16="http://schemas.microsoft.com/office/drawing/2014/main" id="{3C1F8589-B640-4540-D0AD-2B0461CD340F}"/>
              </a:ext>
              <a:ext uri="{C183D7F6-B498-43B3-948B-1728B52AA6E4}">
                <adec:decorative xmlns:adec="http://schemas.microsoft.com/office/drawing/2017/decorative" val="1"/>
              </a:ext>
            </a:extLst>
          </p:cNvPr>
          <p:cNvCxnSpPr>
            <a:cxnSpLocks/>
          </p:cNvCxnSpPr>
          <p:nvPr/>
        </p:nvCxnSpPr>
        <p:spPr>
          <a:xfrm>
            <a:off x="8540854" y="4312445"/>
            <a:ext cx="603146"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5468069"/>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EE2F5-9D3C-4BE7-9AD5-335B31CF2CB5}"/>
              </a:ext>
            </a:extLst>
          </p:cNvPr>
          <p:cNvSpPr>
            <a:spLocks noGrp="1"/>
          </p:cNvSpPr>
          <p:nvPr>
            <p:ph type="title"/>
          </p:nvPr>
        </p:nvSpPr>
        <p:spPr>
          <a:xfrm>
            <a:off x="816102" y="817684"/>
            <a:ext cx="8130470" cy="59288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5F98C4F-4BF6-47CF-ABEE-2B12748C470C}"/>
              </a:ext>
            </a:extLst>
          </p:cNvPr>
          <p:cNvSpPr>
            <a:spLocks noGrp="1"/>
          </p:cNvSpPr>
          <p:nvPr>
            <p:ph idx="1"/>
          </p:nvPr>
        </p:nvSpPr>
        <p:spPr>
          <a:xfrm>
            <a:off x="816102" y="1410567"/>
            <a:ext cx="8130470" cy="34186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6151AB30-CD74-471D-9FA6-ADC0C901E6D0}"/>
              </a:ext>
            </a:extLst>
          </p:cNvPr>
          <p:cNvSpPr>
            <a:spLocks noGrp="1"/>
          </p:cNvSpPr>
          <p:nvPr>
            <p:ph type="ftr" sz="quarter" idx="11"/>
          </p:nvPr>
        </p:nvSpPr>
        <p:spPr/>
        <p:txBody>
          <a:bodyPr/>
          <a:lstStyle/>
          <a:p>
            <a:endParaRPr lang="en-US" dirty="0"/>
          </a:p>
        </p:txBody>
      </p:sp>
      <p:sp>
        <p:nvSpPr>
          <p:cNvPr id="4" name="Date Placeholder 3">
            <a:extLst>
              <a:ext uri="{FF2B5EF4-FFF2-40B4-BE49-F238E27FC236}">
                <a16:creationId xmlns:a16="http://schemas.microsoft.com/office/drawing/2014/main" id="{0D539070-70D2-4DD1-A439-155343FE262E}"/>
              </a:ext>
            </a:extLst>
          </p:cNvPr>
          <p:cNvSpPr>
            <a:spLocks noGrp="1"/>
          </p:cNvSpPr>
          <p:nvPr>
            <p:ph type="dt" sz="half" idx="10"/>
          </p:nvPr>
        </p:nvSpPr>
        <p:spPr/>
        <p:txBody>
          <a:bodyPr/>
          <a:lstStyle/>
          <a:p>
            <a:fld id="{2ABAD28B-DD56-4B56-883A-96608C765E28}" type="datetimeFigureOut">
              <a:rPr lang="en-US" smtClean="0"/>
              <a:t>8/19/26</a:t>
            </a:fld>
            <a:endParaRPr lang="en-US" dirty="0"/>
          </a:p>
        </p:txBody>
      </p:sp>
      <p:sp>
        <p:nvSpPr>
          <p:cNvPr id="6" name="Slide Number Placeholder 5">
            <a:extLst>
              <a:ext uri="{FF2B5EF4-FFF2-40B4-BE49-F238E27FC236}">
                <a16:creationId xmlns:a16="http://schemas.microsoft.com/office/drawing/2014/main" id="{A6A137C4-F19E-4521-8DCB-4E0CF9CA3193}"/>
              </a:ext>
            </a:extLst>
          </p:cNvPr>
          <p:cNvSpPr>
            <a:spLocks noGrp="1"/>
          </p:cNvSpPr>
          <p:nvPr>
            <p:ph type="sldNum" sz="quarter" idx="12"/>
          </p:nvPr>
        </p:nvSpPr>
        <p:spPr/>
        <p:txBody>
          <a:bodyPr/>
          <a:lstStyle/>
          <a:p>
            <a:fld id="{7DF5BAF5-ABAB-4575-8E56-D109A3D17F9F}" type="slidenum">
              <a:rPr lang="en-US" smtClean="0"/>
              <a:t>‹#›</a:t>
            </a:fld>
            <a:endParaRPr lang="en-US" dirty="0"/>
          </a:p>
        </p:txBody>
      </p:sp>
      <p:cxnSp>
        <p:nvCxnSpPr>
          <p:cNvPr id="7" name="Straight Connector 6">
            <a:extLst>
              <a:ext uri="{FF2B5EF4-FFF2-40B4-BE49-F238E27FC236}">
                <a16:creationId xmlns:a16="http://schemas.microsoft.com/office/drawing/2014/main" id="{FD144482-F463-E942-01AE-69DF54F4171C}"/>
              </a:ext>
              <a:ext uri="{C183D7F6-B498-43B3-948B-1728B52AA6E4}">
                <adec:decorative xmlns:adec="http://schemas.microsoft.com/office/drawing/2017/decorative" val="1"/>
              </a:ext>
            </a:extLst>
          </p:cNvPr>
          <p:cNvCxnSpPr>
            <a:cxnSpLocks/>
          </p:cNvCxnSpPr>
          <p:nvPr/>
        </p:nvCxnSpPr>
        <p:spPr>
          <a:xfrm>
            <a:off x="0" y="904401"/>
            <a:ext cx="603146"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5033642"/>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815886" y="3507133"/>
            <a:ext cx="8126729" cy="989633"/>
          </a:xfrm>
        </p:spPr>
        <p:txBody>
          <a:bodyPr vert="horz" lIns="91440" tIns="45720" rIns="91440" bIns="45720" rtlCol="0" anchor="b">
            <a:noAutofit/>
          </a:bodyPr>
          <a:lstStyle>
            <a:lvl1pPr>
              <a:defRPr lang="en-US" sz="4050" dirty="0"/>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15886" y="4548850"/>
            <a:ext cx="8126729" cy="280325"/>
          </a:xfrm>
        </p:spPr>
        <p:txBody>
          <a:bodyPr vert="horz" lIns="91440" tIns="45720" rIns="91440" bIns="45720" rtlCol="0" anchor="b">
            <a:noAutofit/>
          </a:bodyPr>
          <a:lstStyle>
            <a:lvl1pPr marL="0" indent="0">
              <a:spcBef>
                <a:spcPts val="0"/>
              </a:spcBef>
              <a:buNone/>
              <a:defRPr lang="en-US" sz="1500" dirty="0"/>
            </a:lvl1pPr>
          </a:lstStyle>
          <a:p>
            <a:pPr lvl="0"/>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1" y="1"/>
            <a:ext cx="9143999" cy="3350871"/>
          </a:xfrm>
          <a:blipFill dpi="0" rotWithShape="1">
            <a:blip r:embed="rId2">
              <a:alphaModFix amt="60000"/>
            </a:blip>
            <a:srcRect/>
            <a:stretch>
              <a:fillRect/>
            </a:stretch>
          </a:blipFill>
        </p:spPr>
        <p:txBody>
          <a:bodyPr/>
          <a:lstStyle>
            <a:lvl1pPr marL="0" indent="0">
              <a:buNone/>
              <a:defRPr/>
            </a:lvl1pPr>
          </a:lstStyle>
          <a:p>
            <a:r>
              <a:rPr lang="en-US" dirty="0"/>
              <a:t> </a:t>
            </a:r>
          </a:p>
        </p:txBody>
      </p:sp>
      <p:cxnSp>
        <p:nvCxnSpPr>
          <p:cNvPr id="4" name="Straight Connector 3">
            <a:extLst>
              <a:ext uri="{FF2B5EF4-FFF2-40B4-BE49-F238E27FC236}">
                <a16:creationId xmlns:a16="http://schemas.microsoft.com/office/drawing/2014/main" id="{A7765164-0D02-5316-1845-119CB011190B}"/>
              </a:ext>
              <a:ext uri="{C183D7F6-B498-43B3-948B-1728B52AA6E4}">
                <adec:decorative xmlns:adec="http://schemas.microsoft.com/office/drawing/2017/decorative" val="1"/>
              </a:ext>
            </a:extLst>
          </p:cNvPr>
          <p:cNvCxnSpPr>
            <a:cxnSpLocks/>
          </p:cNvCxnSpPr>
          <p:nvPr/>
        </p:nvCxnSpPr>
        <p:spPr>
          <a:xfrm>
            <a:off x="0" y="4286250"/>
            <a:ext cx="603146"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Footer Placeholder 5">
            <a:extLst>
              <a:ext uri="{FF2B5EF4-FFF2-40B4-BE49-F238E27FC236}">
                <a16:creationId xmlns:a16="http://schemas.microsoft.com/office/drawing/2014/main" id="{2DFA2081-8ED6-0719-D0B6-2818D6019332}"/>
              </a:ext>
            </a:extLst>
          </p:cNvPr>
          <p:cNvSpPr>
            <a:spLocks noGrp="1"/>
          </p:cNvSpPr>
          <p:nvPr>
            <p:ph type="ftr" sz="quarter" idx="15"/>
          </p:nvPr>
        </p:nvSpPr>
        <p:spPr/>
        <p:txBody>
          <a:bodyPr/>
          <a:lstStyle/>
          <a:p>
            <a:endParaRPr lang="en-US" dirty="0"/>
          </a:p>
        </p:txBody>
      </p:sp>
      <p:sp>
        <p:nvSpPr>
          <p:cNvPr id="5" name="Date Placeholder 4">
            <a:extLst>
              <a:ext uri="{FF2B5EF4-FFF2-40B4-BE49-F238E27FC236}">
                <a16:creationId xmlns:a16="http://schemas.microsoft.com/office/drawing/2014/main" id="{9A51F47A-9B8B-A343-2C56-110E21331AE3}"/>
              </a:ext>
            </a:extLst>
          </p:cNvPr>
          <p:cNvSpPr>
            <a:spLocks noGrp="1"/>
          </p:cNvSpPr>
          <p:nvPr>
            <p:ph type="dt" sz="half" idx="14"/>
          </p:nvPr>
        </p:nvSpPr>
        <p:spPr/>
        <p:txBody>
          <a:bodyPr/>
          <a:lstStyle/>
          <a:p>
            <a:fld id="{2ABAD28B-DD56-4B56-883A-96608C765E28}" type="datetimeFigureOut">
              <a:rPr lang="en-US" smtClean="0"/>
              <a:pPr/>
              <a:t>8/19/26</a:t>
            </a:fld>
            <a:endParaRPr lang="en-US" dirty="0"/>
          </a:p>
        </p:txBody>
      </p:sp>
      <p:sp>
        <p:nvSpPr>
          <p:cNvPr id="10" name="Slide Number Placeholder 9">
            <a:extLst>
              <a:ext uri="{FF2B5EF4-FFF2-40B4-BE49-F238E27FC236}">
                <a16:creationId xmlns:a16="http://schemas.microsoft.com/office/drawing/2014/main" id="{F259CCC4-FA9E-2074-3142-5EBA62F91B25}"/>
              </a:ext>
            </a:extLst>
          </p:cNvPr>
          <p:cNvSpPr>
            <a:spLocks noGrp="1"/>
          </p:cNvSpPr>
          <p:nvPr>
            <p:ph type="sldNum" sz="quarter" idx="16"/>
          </p:nvPr>
        </p:nvSpPr>
        <p:spPr/>
        <p:txBody>
          <a:bodyPr/>
          <a:lstStyle/>
          <a:p>
            <a:fld id="{7DF5BAF5-ABAB-4575-8E56-D109A3D17F9F}" type="slidenum">
              <a:rPr lang="en-US" smtClean="0"/>
              <a:pPr/>
              <a:t>‹#›</a:t>
            </a:fld>
            <a:endParaRPr lang="en-US" dirty="0"/>
          </a:p>
        </p:txBody>
      </p:sp>
    </p:spTree>
    <p:extLst>
      <p:ext uri="{BB962C8B-B14F-4D97-AF65-F5344CB8AC3E}">
        <p14:creationId xmlns:p14="http://schemas.microsoft.com/office/powerpoint/2010/main" val="2680047504"/>
      </p:ext>
    </p:extLst>
  </p:cSld>
  <p:clrMapOvr>
    <a:masterClrMapping/>
  </p:clrMapOvr>
  <p:hf sldNum="0" hdr="0" ftr="0" dt="0"/>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884792" y="1058519"/>
            <a:ext cx="2802008" cy="2134175"/>
          </a:xfrm>
        </p:spPr>
        <p:txBody>
          <a:bodyPr vert="horz" lIns="91440" tIns="45720" rIns="91440" bIns="45720" rtlCol="0" anchor="b">
            <a:noAutofit/>
          </a:bodyPr>
          <a:lstStyle>
            <a:lvl1pPr>
              <a:defRPr lang="en-US" sz="2700" dirty="0"/>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884792" y="3302279"/>
            <a:ext cx="2797436" cy="842342"/>
          </a:xfrm>
        </p:spPr>
        <p:txBody>
          <a:bodyPr vert="horz" lIns="91440" tIns="45720" rIns="91440" bIns="45720" rtlCol="0">
            <a:normAutofit/>
          </a:bodyPr>
          <a:lstStyle>
            <a:lvl1pPr marL="0" indent="0">
              <a:lnSpc>
                <a:spcPct val="100000"/>
              </a:lnSpc>
              <a:buNone/>
              <a:defRPr lang="en-US" sz="1200" dirty="0"/>
            </a:lvl1pPr>
          </a:lstStyle>
          <a:p>
            <a:pPr lvl="0"/>
            <a:r>
              <a:rPr lang="en-US"/>
              <a:t>Click to edit Master subtitle style</a:t>
            </a:r>
            <a:endParaRPr lang="en-US" dirty="0"/>
          </a:p>
        </p:txBody>
      </p:sp>
      <p:sp>
        <p:nvSpPr>
          <p:cNvPr id="14" name="Picture Placeholder 13">
            <a:extLst>
              <a:ext uri="{FF2B5EF4-FFF2-40B4-BE49-F238E27FC236}">
                <a16:creationId xmlns:a16="http://schemas.microsoft.com/office/drawing/2014/main" id="{51A639AF-317A-79DF-3175-64C726EA3189}"/>
              </a:ext>
            </a:extLst>
          </p:cNvPr>
          <p:cNvSpPr>
            <a:spLocks noGrp="1"/>
          </p:cNvSpPr>
          <p:nvPr>
            <p:ph type="pic" sz="quarter" idx="14" hasCustomPrompt="1"/>
          </p:nvPr>
        </p:nvSpPr>
        <p:spPr>
          <a:xfrm>
            <a:off x="0" y="0"/>
            <a:ext cx="5713339" cy="5143500"/>
          </a:xfrm>
          <a:custGeom>
            <a:avLst/>
            <a:gdLst>
              <a:gd name="connsiteX0" fmla="*/ 0 w 7195675"/>
              <a:gd name="connsiteY0" fmla="*/ 0 h 6858000"/>
              <a:gd name="connsiteX1" fmla="*/ 7195675 w 7195675"/>
              <a:gd name="connsiteY1" fmla="*/ 0 h 6858000"/>
              <a:gd name="connsiteX2" fmla="*/ 7195675 w 7195675"/>
              <a:gd name="connsiteY2" fmla="*/ 6858000 h 6858000"/>
              <a:gd name="connsiteX3" fmla="*/ 0 w 719567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195675" h="6858000">
                <a:moveTo>
                  <a:pt x="0" y="0"/>
                </a:moveTo>
                <a:lnTo>
                  <a:pt x="7195675" y="0"/>
                </a:lnTo>
                <a:lnTo>
                  <a:pt x="7195675"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17" name="Footer Placeholder 4">
            <a:extLst>
              <a:ext uri="{FF2B5EF4-FFF2-40B4-BE49-F238E27FC236}">
                <a16:creationId xmlns:a16="http://schemas.microsoft.com/office/drawing/2014/main" id="{DF8C2BF2-38FB-0598-A4BE-DD111229A3FE}"/>
              </a:ext>
            </a:extLst>
          </p:cNvPr>
          <p:cNvSpPr>
            <a:spLocks noGrp="1"/>
          </p:cNvSpPr>
          <p:nvPr>
            <p:ph type="ftr" sz="quarter" idx="11"/>
          </p:nvPr>
        </p:nvSpPr>
        <p:spPr>
          <a:xfrm>
            <a:off x="5884791" y="4829175"/>
            <a:ext cx="1285726" cy="314325"/>
          </a:xfrm>
        </p:spPr>
        <p:txBody>
          <a:bodyPr/>
          <a:lstStyle/>
          <a:p>
            <a:r>
              <a:rPr lang="en-US"/>
              <a:t>Sample Footer Text</a:t>
            </a:r>
            <a:endParaRPr lang="en-US" dirty="0"/>
          </a:p>
        </p:txBody>
      </p:sp>
      <p:sp>
        <p:nvSpPr>
          <p:cNvPr id="18" name="Date Placeholder 4">
            <a:extLst>
              <a:ext uri="{FF2B5EF4-FFF2-40B4-BE49-F238E27FC236}">
                <a16:creationId xmlns:a16="http://schemas.microsoft.com/office/drawing/2014/main" id="{5A41BBAF-5441-8512-B575-2EB961DD485E}"/>
              </a:ext>
            </a:extLst>
          </p:cNvPr>
          <p:cNvSpPr>
            <a:spLocks noGrp="1"/>
          </p:cNvSpPr>
          <p:nvPr>
            <p:ph type="dt" sz="half" idx="15"/>
          </p:nvPr>
        </p:nvSpPr>
        <p:spPr>
          <a:xfrm>
            <a:off x="7238172" y="4829175"/>
            <a:ext cx="648528" cy="314325"/>
          </a:xfrm>
        </p:spPr>
        <p:txBody>
          <a:bodyPr/>
          <a:lstStyle/>
          <a:p>
            <a:fld id="{2ABAD28B-DD56-4B56-883A-96608C765E28}" type="datetimeFigureOut">
              <a:rPr lang="en-US" smtClean="0"/>
              <a:pPr/>
              <a:t>8/19/26</a:t>
            </a:fld>
            <a:endParaRPr lang="en-US" dirty="0"/>
          </a:p>
        </p:txBody>
      </p:sp>
      <p:sp>
        <p:nvSpPr>
          <p:cNvPr id="19" name="Slide Number Placeholder 5">
            <a:extLst>
              <a:ext uri="{FF2B5EF4-FFF2-40B4-BE49-F238E27FC236}">
                <a16:creationId xmlns:a16="http://schemas.microsoft.com/office/drawing/2014/main" id="{89401810-4A83-D1CF-00A6-76F622C7153C}"/>
              </a:ext>
            </a:extLst>
          </p:cNvPr>
          <p:cNvSpPr>
            <a:spLocks noGrp="1"/>
          </p:cNvSpPr>
          <p:nvPr>
            <p:ph type="sldNum" sz="quarter" idx="12"/>
          </p:nvPr>
        </p:nvSpPr>
        <p:spPr>
          <a:xfrm>
            <a:off x="7892823" y="4829175"/>
            <a:ext cx="451077" cy="314325"/>
          </a:xfrm>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1854132940"/>
      </p:ext>
    </p:extLst>
  </p:cSld>
  <p:clrMapOvr>
    <a:masterClrMapping/>
  </p:clrMapOvr>
  <p:hf sldNum="0" hdr="0" ftr="0" dt="0"/>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tx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61A7175-8061-E7CC-68E4-2B3CECB6CCFE}"/>
              </a:ext>
            </a:extLst>
          </p:cNvPr>
          <p:cNvSpPr>
            <a:spLocks noGrp="1"/>
          </p:cNvSpPr>
          <p:nvPr>
            <p:ph type="title" hasCustomPrompt="1"/>
          </p:nvPr>
        </p:nvSpPr>
        <p:spPr>
          <a:xfrm>
            <a:off x="816102" y="817683"/>
            <a:ext cx="7527798" cy="3869443"/>
          </a:xfrm>
        </p:spPr>
        <p:txBody>
          <a:bodyPr>
            <a:normAutofit/>
          </a:bodyPr>
          <a:lstStyle>
            <a:lvl1pPr>
              <a:defRPr sz="6000">
                <a:solidFill>
                  <a:schemeClr val="bg1"/>
                </a:solidFill>
              </a:defRPr>
            </a:lvl1pPr>
          </a:lstStyle>
          <a:p>
            <a:r>
              <a:rPr lang="en-US" dirty="0"/>
              <a:t>Section header</a:t>
            </a:r>
          </a:p>
        </p:txBody>
      </p:sp>
      <p:sp>
        <p:nvSpPr>
          <p:cNvPr id="5" name="Footer Placeholder 4">
            <a:extLst>
              <a:ext uri="{FF2B5EF4-FFF2-40B4-BE49-F238E27FC236}">
                <a16:creationId xmlns:a16="http://schemas.microsoft.com/office/drawing/2014/main" id="{4C094542-CAEF-4D6C-BE6A-BC100F0590F9}"/>
              </a:ext>
            </a:extLst>
          </p:cNvPr>
          <p:cNvSpPr>
            <a:spLocks noGrp="1"/>
          </p:cNvSpPr>
          <p:nvPr>
            <p:ph type="ftr" sz="quarter" idx="11"/>
          </p:nvPr>
        </p:nvSpPr>
        <p:spPr/>
        <p:txBody>
          <a:bodyPr/>
          <a:lstStyle>
            <a:lvl1pPr>
              <a:defRPr>
                <a:solidFill>
                  <a:schemeClr val="bg1"/>
                </a:solidFill>
              </a:defRPr>
            </a:lvl1pPr>
          </a:lstStyle>
          <a:p>
            <a:endParaRPr lang="en-US" dirty="0"/>
          </a:p>
        </p:txBody>
      </p:sp>
      <p:sp>
        <p:nvSpPr>
          <p:cNvPr id="4" name="Date Placeholder 3">
            <a:extLst>
              <a:ext uri="{FF2B5EF4-FFF2-40B4-BE49-F238E27FC236}">
                <a16:creationId xmlns:a16="http://schemas.microsoft.com/office/drawing/2014/main" id="{B3408851-4DCC-447C-828A-5F7E66F7623D}"/>
              </a:ext>
            </a:extLst>
          </p:cNvPr>
          <p:cNvSpPr>
            <a:spLocks noGrp="1"/>
          </p:cNvSpPr>
          <p:nvPr>
            <p:ph type="dt" sz="half" idx="10"/>
          </p:nvPr>
        </p:nvSpPr>
        <p:spPr/>
        <p:txBody>
          <a:bodyPr/>
          <a:lstStyle>
            <a:lvl1pPr>
              <a:defRPr>
                <a:solidFill>
                  <a:schemeClr val="bg1"/>
                </a:solidFill>
              </a:defRPr>
            </a:lvl1pPr>
          </a:lstStyle>
          <a:p>
            <a:fld id="{2ABAD28B-DD56-4B56-883A-96608C765E28}" type="datetimeFigureOut">
              <a:rPr lang="en-US" smtClean="0"/>
              <a:pPr/>
              <a:t>8/19/26</a:t>
            </a:fld>
            <a:endParaRPr lang="en-US" dirty="0"/>
          </a:p>
        </p:txBody>
      </p:sp>
      <p:sp>
        <p:nvSpPr>
          <p:cNvPr id="6" name="Slide Number Placeholder 5">
            <a:extLst>
              <a:ext uri="{FF2B5EF4-FFF2-40B4-BE49-F238E27FC236}">
                <a16:creationId xmlns:a16="http://schemas.microsoft.com/office/drawing/2014/main" id="{2C8BDE40-8468-4051-9703-B751608AAF9D}"/>
              </a:ext>
            </a:extLst>
          </p:cNvPr>
          <p:cNvSpPr>
            <a:spLocks noGrp="1"/>
          </p:cNvSpPr>
          <p:nvPr>
            <p:ph type="sldNum" sz="quarter" idx="12"/>
          </p:nvPr>
        </p:nvSpPr>
        <p:spPr/>
        <p:txBody>
          <a:bodyPr/>
          <a:lstStyle>
            <a:lvl1pPr>
              <a:defRPr>
                <a:solidFill>
                  <a:schemeClr val="bg1"/>
                </a:solidFill>
              </a:defRPr>
            </a:lvl1pPr>
          </a:lstStyle>
          <a:p>
            <a:fld id="{7DF5BAF5-ABAB-4575-8E56-D109A3D17F9F}" type="slidenum">
              <a:rPr lang="en-US" smtClean="0"/>
              <a:pPr/>
              <a:t>‹#›</a:t>
            </a:fld>
            <a:endParaRPr lang="en-US" dirty="0"/>
          </a:p>
        </p:txBody>
      </p:sp>
      <p:cxnSp>
        <p:nvCxnSpPr>
          <p:cNvPr id="9" name="Straight Connector 8">
            <a:extLst>
              <a:ext uri="{FF2B5EF4-FFF2-40B4-BE49-F238E27FC236}">
                <a16:creationId xmlns:a16="http://schemas.microsoft.com/office/drawing/2014/main" id="{96A5A591-C2D3-D6A3-432F-2C1371951C13}"/>
              </a:ext>
              <a:ext uri="{C183D7F6-B498-43B3-948B-1728B52AA6E4}">
                <adec:decorative xmlns:adec="http://schemas.microsoft.com/office/drawing/2017/decorative" val="1"/>
              </a:ext>
            </a:extLst>
          </p:cNvPr>
          <p:cNvCxnSpPr>
            <a:cxnSpLocks/>
          </p:cNvCxnSpPr>
          <p:nvPr/>
        </p:nvCxnSpPr>
        <p:spPr>
          <a:xfrm>
            <a:off x="0" y="904401"/>
            <a:ext cx="603146" cy="0"/>
          </a:xfrm>
          <a:prstGeom prst="line">
            <a:avLst/>
          </a:prstGeom>
          <a:ln w="1206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82262073"/>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CB916BDA-9E36-8180-7EBC-AC2A35C79FFC}"/>
              </a:ext>
            </a:extLst>
          </p:cNvPr>
          <p:cNvSpPr>
            <a:spLocks noGrp="1"/>
          </p:cNvSpPr>
          <p:nvPr>
            <p:ph type="title" hasCustomPrompt="1"/>
          </p:nvPr>
        </p:nvSpPr>
        <p:spPr>
          <a:xfrm>
            <a:off x="818205" y="816527"/>
            <a:ext cx="6359304" cy="1046665"/>
          </a:xfrm>
        </p:spPr>
        <p:txBody>
          <a:bodyPr anchor="t">
            <a:normAutofit/>
          </a:bodyPr>
          <a:lstStyle>
            <a:lvl1pPr>
              <a:defRPr sz="2700"/>
            </a:lvl1pPr>
          </a:lstStyle>
          <a:p>
            <a:r>
              <a:rPr lang="en-US" dirty="0"/>
              <a:t>Agenda</a:t>
            </a:r>
          </a:p>
        </p:txBody>
      </p:sp>
      <p:sp>
        <p:nvSpPr>
          <p:cNvPr id="8" name="Content Placeholder 6">
            <a:extLst>
              <a:ext uri="{FF2B5EF4-FFF2-40B4-BE49-F238E27FC236}">
                <a16:creationId xmlns:a16="http://schemas.microsoft.com/office/drawing/2014/main" id="{92AF672E-4752-50B9-9301-C8042FD003CC}"/>
              </a:ext>
            </a:extLst>
          </p:cNvPr>
          <p:cNvSpPr>
            <a:spLocks noGrp="1"/>
          </p:cNvSpPr>
          <p:nvPr>
            <p:ph sz="quarter" idx="13"/>
          </p:nvPr>
        </p:nvSpPr>
        <p:spPr>
          <a:xfrm>
            <a:off x="822523" y="1863191"/>
            <a:ext cx="6350669" cy="2654636"/>
          </a:xfrm>
        </p:spPr>
        <p:txBody>
          <a:bodyPr>
            <a:normAutofit/>
          </a:bodyPr>
          <a:lstStyle>
            <a:lvl1pPr marL="342900" indent="-342900">
              <a:lnSpc>
                <a:spcPct val="100000"/>
              </a:lnSpc>
              <a:buFont typeface="+mj-lt"/>
              <a:buAutoNum type="arabicPeriod"/>
              <a:defRPr sz="1500"/>
            </a:lvl1pPr>
            <a:lvl2pPr marL="514350" indent="-342900">
              <a:lnSpc>
                <a:spcPct val="100000"/>
              </a:lnSpc>
              <a:buFont typeface="+mj-lt"/>
              <a:buAutoNum type="arabicPeriod"/>
              <a:defRPr sz="1500"/>
            </a:lvl2pPr>
            <a:lvl3pPr marL="600075" indent="-257175">
              <a:lnSpc>
                <a:spcPct val="100000"/>
              </a:lnSpc>
              <a:buFont typeface="+mj-lt"/>
              <a:buAutoNum type="arabicPeriod"/>
              <a:defRPr sz="1500"/>
            </a:lvl3pPr>
            <a:lvl4pPr marL="771525" indent="-257175">
              <a:lnSpc>
                <a:spcPct val="100000"/>
              </a:lnSpc>
              <a:buFont typeface="+mj-lt"/>
              <a:buAutoNum type="arabicPeriod"/>
              <a:defRPr sz="1500"/>
            </a:lvl4pPr>
            <a:lvl5pPr marL="942975" indent="-257175">
              <a:lnSpc>
                <a:spcPct val="100000"/>
              </a:lnSpc>
              <a:buFont typeface="+mj-lt"/>
              <a:buAutoNum type="arabicPeriod"/>
              <a:defRPr sz="15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8A60B404-9532-4DA8-8A40-EC339A5BE635}" type="datetime1">
              <a:rPr lang="en-US" smtClean="0"/>
              <a:t>8/19/26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9" name="Straight Connector 8">
            <a:extLst>
              <a:ext uri="{FF2B5EF4-FFF2-40B4-BE49-F238E27FC236}">
                <a16:creationId xmlns:a16="http://schemas.microsoft.com/office/drawing/2014/main" id="{4565070F-FB67-7572-2807-986A25537650}"/>
              </a:ext>
              <a:ext uri="{C183D7F6-B498-43B3-948B-1728B52AA6E4}">
                <adec:decorative xmlns:adec="http://schemas.microsoft.com/office/drawing/2017/decorative" val="1"/>
              </a:ext>
            </a:extLst>
          </p:cNvPr>
          <p:cNvCxnSpPr>
            <a:cxnSpLocks/>
          </p:cNvCxnSpPr>
          <p:nvPr/>
        </p:nvCxnSpPr>
        <p:spPr>
          <a:xfrm>
            <a:off x="0" y="904596"/>
            <a:ext cx="603146"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4313075"/>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816102" y="816102"/>
            <a:ext cx="4312044" cy="1165860"/>
          </a:xfrm>
        </p:spPr>
        <p:txBody>
          <a:bodyPr anchor="t" anchorCtr="0">
            <a:normAutofit/>
          </a:bodyPr>
          <a:lstStyle>
            <a:lvl1pPr>
              <a:defRPr sz="2700"/>
            </a:lvl1pPr>
          </a:lstStyle>
          <a:p>
            <a:r>
              <a:rPr lang="en-US" dirty="0"/>
              <a:t>Agenda</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816102" y="1988820"/>
            <a:ext cx="4312044" cy="2770632"/>
          </a:xfrm>
        </p:spPr>
        <p:txBody>
          <a:bodyPr>
            <a:normAutofit/>
          </a:bodyPr>
          <a:lstStyle>
            <a:lvl1pPr marL="257175" indent="-257175">
              <a:lnSpc>
                <a:spcPct val="100000"/>
              </a:lnSpc>
              <a:buFont typeface="System Font Regular"/>
              <a:buChar char="-"/>
              <a:defRPr sz="1500"/>
            </a:lvl1pPr>
            <a:lvl2pPr>
              <a:lnSpc>
                <a:spcPct val="100000"/>
              </a:lnSpc>
              <a:defRPr sz="1500"/>
            </a:lvl2pPr>
            <a:lvl3pPr>
              <a:lnSpc>
                <a:spcPct val="100000"/>
              </a:lnSpc>
              <a:defRPr sz="1500"/>
            </a:lvl3pPr>
            <a:lvl4pPr>
              <a:lnSpc>
                <a:spcPct val="100000"/>
              </a:lnSpc>
              <a:defRPr sz="1500"/>
            </a:lvl4pPr>
            <a:lvl5pPr>
              <a:lnSpc>
                <a:spcPct val="100000"/>
              </a:lnSpc>
              <a:defRPr sz="15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818205" y="4829175"/>
            <a:ext cx="2936553" cy="314325"/>
          </a:xfrm>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3754758" y="4829175"/>
            <a:ext cx="844590" cy="314325"/>
          </a:xfrm>
        </p:spPr>
        <p:txBody>
          <a:bodyPr/>
          <a:lstStyle/>
          <a:p>
            <a:fld id="{8A60B404-9532-4DA8-8A40-EC339A5BE635}" type="datetime1">
              <a:rPr lang="en-US" smtClean="0"/>
              <a:t>8/19/26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4599348" y="4829175"/>
            <a:ext cx="528798" cy="314325"/>
          </a:xfrm>
        </p:spPr>
        <p:txBody>
          <a:bodyPr/>
          <a:lstStyle/>
          <a:p>
            <a:fld id="{CC057153-B650-4DEB-B370-79DDCFDCE934}" type="slidenum">
              <a:rPr lang="en-US" smtClean="0"/>
              <a:t>‹#›</a:t>
            </a:fld>
            <a:endParaRPr lang="en-US" dirty="0"/>
          </a:p>
        </p:txBody>
      </p:sp>
      <p:sp>
        <p:nvSpPr>
          <p:cNvPr id="6" name="Picture Placeholder 10">
            <a:extLst>
              <a:ext uri="{FF2B5EF4-FFF2-40B4-BE49-F238E27FC236}">
                <a16:creationId xmlns:a16="http://schemas.microsoft.com/office/drawing/2014/main" id="{E4B52E79-E470-1B1A-EADF-94DA7253B328}"/>
              </a:ext>
            </a:extLst>
          </p:cNvPr>
          <p:cNvSpPr>
            <a:spLocks noGrp="1"/>
          </p:cNvSpPr>
          <p:nvPr>
            <p:ph type="pic" sz="quarter" idx="14" hasCustomPrompt="1"/>
          </p:nvPr>
        </p:nvSpPr>
        <p:spPr>
          <a:xfrm>
            <a:off x="5486400" y="0"/>
            <a:ext cx="3657600" cy="5143500"/>
          </a:xfrm>
          <a:blipFill dpi="0" rotWithShape="1">
            <a:blip r:embed="rId2">
              <a:alphaModFix amt="60000"/>
            </a:blip>
            <a:srcRect/>
            <a:stretch>
              <a:fillRect/>
            </a:stretch>
          </a:blipFill>
        </p:spPr>
        <p:txBody>
          <a:bodyPr/>
          <a:lstStyle>
            <a:lvl1pPr>
              <a:defRPr/>
            </a:lvl1pPr>
          </a:lstStyle>
          <a:p>
            <a:r>
              <a:rPr lang="en-US" dirty="0"/>
              <a:t>  </a:t>
            </a:r>
          </a:p>
        </p:txBody>
      </p:sp>
      <p:cxnSp>
        <p:nvCxnSpPr>
          <p:cNvPr id="8" name="Straight Connector 7">
            <a:extLst>
              <a:ext uri="{FF2B5EF4-FFF2-40B4-BE49-F238E27FC236}">
                <a16:creationId xmlns:a16="http://schemas.microsoft.com/office/drawing/2014/main" id="{94C1AE97-7274-F222-2135-C3524958A87F}"/>
              </a:ext>
              <a:ext uri="{C183D7F6-B498-43B3-948B-1728B52AA6E4}">
                <adec:decorative xmlns:adec="http://schemas.microsoft.com/office/drawing/2017/decorative" val="1"/>
              </a:ext>
            </a:extLst>
          </p:cNvPr>
          <p:cNvCxnSpPr>
            <a:cxnSpLocks/>
          </p:cNvCxnSpPr>
          <p:nvPr/>
        </p:nvCxnSpPr>
        <p:spPr>
          <a:xfrm>
            <a:off x="0" y="904596"/>
            <a:ext cx="603146"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54510839"/>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815758" y="836142"/>
            <a:ext cx="2942591" cy="3062685"/>
          </a:xfrm>
        </p:spPr>
        <p:txBody>
          <a:bodyPr anchor="t">
            <a:normAutofit/>
          </a:bodyPr>
          <a:lstStyle>
            <a:lvl1pPr>
              <a:defRPr sz="27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3970959" y="836467"/>
            <a:ext cx="4357285" cy="3878408"/>
          </a:xfrm>
        </p:spPr>
        <p:txBody>
          <a:bodyPr>
            <a:normAutofit/>
          </a:bodyPr>
          <a:lstStyle>
            <a:lvl1pPr>
              <a:lnSpc>
                <a:spcPct val="100000"/>
              </a:lnSpc>
              <a:defRPr sz="1200"/>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802AB700-8552-46A0-B700-5DA0068ADBFC}" type="datetime1">
              <a:rPr lang="en-US" smtClean="0"/>
              <a:t>8/19/26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AEAA3239-9EA4-4A65-A281-97F994456D9F}" type="slidenum">
              <a:rPr lang="en-US" smtClean="0"/>
              <a:t>‹#›</a:t>
            </a:fld>
            <a:endParaRPr lang="en-US"/>
          </a:p>
        </p:txBody>
      </p:sp>
      <p:cxnSp>
        <p:nvCxnSpPr>
          <p:cNvPr id="3" name="Straight Connector 2">
            <a:extLst>
              <a:ext uri="{FF2B5EF4-FFF2-40B4-BE49-F238E27FC236}">
                <a16:creationId xmlns:a16="http://schemas.microsoft.com/office/drawing/2014/main" id="{9954F329-E63B-9F25-4E06-2E98A6453DA7}"/>
              </a:ext>
              <a:ext uri="{C183D7F6-B498-43B3-948B-1728B52AA6E4}">
                <adec:decorative xmlns:adec="http://schemas.microsoft.com/office/drawing/2017/decorative" val="1"/>
              </a:ext>
            </a:extLst>
          </p:cNvPr>
          <p:cNvCxnSpPr>
            <a:cxnSpLocks/>
          </p:cNvCxnSpPr>
          <p:nvPr/>
        </p:nvCxnSpPr>
        <p:spPr>
          <a:xfrm>
            <a:off x="0" y="904596"/>
            <a:ext cx="603146"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7399879"/>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812776" y="835991"/>
            <a:ext cx="2078495" cy="2756664"/>
          </a:xfrm>
        </p:spPr>
        <p:txBody>
          <a:bodyPr anchor="t">
            <a:normAutofit/>
          </a:bodyPr>
          <a:lstStyle>
            <a:lvl1pPr>
              <a:defRPr sz="27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3100900" y="846859"/>
            <a:ext cx="5845673" cy="3868016"/>
          </a:xfrm>
        </p:spPr>
        <p:txBody>
          <a:bodyPr>
            <a:normAutofit/>
          </a:bodyPr>
          <a:lstStyle>
            <a:lvl1pPr>
              <a:lnSpc>
                <a:spcPct val="100000"/>
              </a:lnSpc>
              <a:defRPr sz="1200"/>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00D9374-B0AF-43C5-90A8-C409C7D54B55}" type="datetime1">
              <a:rPr lang="en-US" smtClean="0"/>
              <a:t>8/19/26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AEAA3239-9EA4-4A65-A281-97F994456D9F}" type="slidenum">
              <a:rPr lang="en-US" smtClean="0"/>
              <a:t>‹#›</a:t>
            </a:fld>
            <a:endParaRPr lang="en-US"/>
          </a:p>
        </p:txBody>
      </p:sp>
      <p:cxnSp>
        <p:nvCxnSpPr>
          <p:cNvPr id="3" name="Straight Connector 2">
            <a:extLst>
              <a:ext uri="{FF2B5EF4-FFF2-40B4-BE49-F238E27FC236}">
                <a16:creationId xmlns:a16="http://schemas.microsoft.com/office/drawing/2014/main" id="{7547F2C9-46DC-B902-E883-CE0360E6DD94}"/>
              </a:ext>
              <a:ext uri="{C183D7F6-B498-43B3-948B-1728B52AA6E4}">
                <adec:decorative xmlns:adec="http://schemas.microsoft.com/office/drawing/2017/decorative" val="1"/>
              </a:ext>
            </a:extLst>
          </p:cNvPr>
          <p:cNvCxnSpPr>
            <a:cxnSpLocks/>
          </p:cNvCxnSpPr>
          <p:nvPr/>
        </p:nvCxnSpPr>
        <p:spPr>
          <a:xfrm>
            <a:off x="0" y="904596"/>
            <a:ext cx="603146"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4497579"/>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589341" y="833326"/>
            <a:ext cx="4754559" cy="857250"/>
          </a:xfrm>
        </p:spPr>
        <p:txBody>
          <a:bodyPr anchor="t"/>
          <a:lstStyle/>
          <a:p>
            <a:r>
              <a:rPr lang="en-US"/>
              <a:t>Click to edit Master title style</a:t>
            </a:r>
            <a:endParaRPr lang="en-US" dirty="0"/>
          </a:p>
        </p:txBody>
      </p:sp>
      <p:sp>
        <p:nvSpPr>
          <p:cNvPr id="6" name="Picture Placeholder 10">
            <a:extLst>
              <a:ext uri="{FF2B5EF4-FFF2-40B4-BE49-F238E27FC236}">
                <a16:creationId xmlns:a16="http://schemas.microsoft.com/office/drawing/2014/main" id="{6FB7CB50-241E-E6B6-1C0E-1B5466B14779}"/>
              </a:ext>
            </a:extLst>
          </p:cNvPr>
          <p:cNvSpPr>
            <a:spLocks noGrp="1"/>
          </p:cNvSpPr>
          <p:nvPr>
            <p:ph type="pic" sz="quarter" idx="13" hasCustomPrompt="1"/>
          </p:nvPr>
        </p:nvSpPr>
        <p:spPr>
          <a:xfrm>
            <a:off x="9144" y="0"/>
            <a:ext cx="3379939" cy="514350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11" name="Content Placeholder 7">
            <a:extLst>
              <a:ext uri="{FF2B5EF4-FFF2-40B4-BE49-F238E27FC236}">
                <a16:creationId xmlns:a16="http://schemas.microsoft.com/office/drawing/2014/main" id="{A1C94DDD-A7D7-1407-F63C-F296AB454220}"/>
              </a:ext>
            </a:extLst>
          </p:cNvPr>
          <p:cNvSpPr>
            <a:spLocks noGrp="1"/>
          </p:cNvSpPr>
          <p:nvPr>
            <p:ph sz="quarter" idx="18"/>
          </p:nvPr>
        </p:nvSpPr>
        <p:spPr>
          <a:xfrm>
            <a:off x="3589340" y="1802165"/>
            <a:ext cx="4754561" cy="2912711"/>
          </a:xfrm>
        </p:spPr>
        <p:txBody>
          <a:bodyPr>
            <a:normAutofit/>
          </a:bodyPr>
          <a:lstStyle>
            <a:lvl1pPr>
              <a:lnSpc>
                <a:spcPct val="100000"/>
              </a:lnSpc>
              <a:defRPr sz="1200"/>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3" name="Straight Connector 2">
            <a:extLst>
              <a:ext uri="{FF2B5EF4-FFF2-40B4-BE49-F238E27FC236}">
                <a16:creationId xmlns:a16="http://schemas.microsoft.com/office/drawing/2014/main" id="{363871FB-7459-8C2E-BA80-AD31AE855A93}"/>
              </a:ext>
              <a:ext uri="{C183D7F6-B498-43B3-948B-1728B52AA6E4}">
                <adec:decorative xmlns:adec="http://schemas.microsoft.com/office/drawing/2017/decorative" val="1"/>
              </a:ext>
            </a:extLst>
          </p:cNvPr>
          <p:cNvCxnSpPr>
            <a:cxnSpLocks/>
          </p:cNvCxnSpPr>
          <p:nvPr/>
        </p:nvCxnSpPr>
        <p:spPr>
          <a:xfrm flipH="1">
            <a:off x="8531710" y="904596"/>
            <a:ext cx="603146"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A7504282-04A3-1CE1-50A4-AF83D0D40A42}"/>
              </a:ext>
            </a:extLst>
          </p:cNvPr>
          <p:cNvSpPr>
            <a:spLocks noGrp="1"/>
          </p:cNvSpPr>
          <p:nvPr>
            <p:ph type="ftr" sz="quarter" idx="11"/>
          </p:nvPr>
        </p:nvSpPr>
        <p:spPr>
          <a:xfrm>
            <a:off x="3589341" y="4829175"/>
            <a:ext cx="3581177" cy="314325"/>
          </a:xfrm>
        </p:spPr>
        <p:txBody>
          <a:bodyPr/>
          <a:lstStyle/>
          <a:p>
            <a:r>
              <a:rPr lang="en-US"/>
              <a:t>Sample Footer Text</a:t>
            </a:r>
            <a:endParaRPr lang="en-US" dirty="0"/>
          </a:p>
        </p:txBody>
      </p:sp>
      <p:sp>
        <p:nvSpPr>
          <p:cNvPr id="7" name="Date Placeholder 4">
            <a:extLst>
              <a:ext uri="{FF2B5EF4-FFF2-40B4-BE49-F238E27FC236}">
                <a16:creationId xmlns:a16="http://schemas.microsoft.com/office/drawing/2014/main" id="{CA12AEFE-D7DE-804A-807C-704D5B34E130}"/>
              </a:ext>
            </a:extLst>
          </p:cNvPr>
          <p:cNvSpPr>
            <a:spLocks noGrp="1"/>
          </p:cNvSpPr>
          <p:nvPr>
            <p:ph type="dt" sz="half" idx="15"/>
          </p:nvPr>
        </p:nvSpPr>
        <p:spPr>
          <a:xfrm>
            <a:off x="7238172" y="4829175"/>
            <a:ext cx="648528" cy="314325"/>
          </a:xfrm>
        </p:spPr>
        <p:txBody>
          <a:bodyPr/>
          <a:lstStyle/>
          <a:p>
            <a:fld id="{2ABAD28B-DD56-4B56-883A-96608C765E28}" type="datetimeFigureOut">
              <a:rPr lang="en-US" smtClean="0"/>
              <a:pPr/>
              <a:t>8/19/26</a:t>
            </a:fld>
            <a:endParaRPr lang="en-US" dirty="0"/>
          </a:p>
        </p:txBody>
      </p:sp>
      <p:sp>
        <p:nvSpPr>
          <p:cNvPr id="8" name="Slide Number Placeholder 5">
            <a:extLst>
              <a:ext uri="{FF2B5EF4-FFF2-40B4-BE49-F238E27FC236}">
                <a16:creationId xmlns:a16="http://schemas.microsoft.com/office/drawing/2014/main" id="{9C293909-C7AB-A707-F48B-6007FE72563B}"/>
              </a:ext>
            </a:extLst>
          </p:cNvPr>
          <p:cNvSpPr>
            <a:spLocks noGrp="1"/>
          </p:cNvSpPr>
          <p:nvPr>
            <p:ph type="sldNum" sz="quarter" idx="12"/>
          </p:nvPr>
        </p:nvSpPr>
        <p:spPr>
          <a:xfrm>
            <a:off x="7892823" y="4829175"/>
            <a:ext cx="451077" cy="314325"/>
          </a:xfrm>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3108866406"/>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2832744" y="834078"/>
            <a:ext cx="5491211" cy="699516"/>
          </a:xfrm>
        </p:spPr>
        <p:txBody>
          <a:bodyPr anchor="t"/>
          <a:lstStyle/>
          <a:p>
            <a:r>
              <a:rPr lang="en-US"/>
              <a:t>Click to edit Master title style</a:t>
            </a:r>
            <a:endParaRPr lang="en-US" dirty="0"/>
          </a:p>
        </p:txBody>
      </p:sp>
      <p:sp>
        <p:nvSpPr>
          <p:cNvPr id="15" name="Picture Placeholder 10">
            <a:extLst>
              <a:ext uri="{FF2B5EF4-FFF2-40B4-BE49-F238E27FC236}">
                <a16:creationId xmlns:a16="http://schemas.microsoft.com/office/drawing/2014/main" id="{5189CF27-6D02-DB0D-F5D1-1535F1479166}"/>
              </a:ext>
            </a:extLst>
          </p:cNvPr>
          <p:cNvSpPr>
            <a:spLocks noGrp="1"/>
          </p:cNvSpPr>
          <p:nvPr>
            <p:ph type="pic" sz="quarter" idx="19" hasCustomPrompt="1"/>
          </p:nvPr>
        </p:nvSpPr>
        <p:spPr>
          <a:xfrm>
            <a:off x="1" y="0"/>
            <a:ext cx="2644829" cy="514350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6" name="Content Placeholder 7">
            <a:extLst>
              <a:ext uri="{FF2B5EF4-FFF2-40B4-BE49-F238E27FC236}">
                <a16:creationId xmlns:a16="http://schemas.microsoft.com/office/drawing/2014/main" id="{6373ED08-D584-FD0F-C5B0-EF4E07A0D890}"/>
              </a:ext>
            </a:extLst>
          </p:cNvPr>
          <p:cNvSpPr>
            <a:spLocks noGrp="1"/>
          </p:cNvSpPr>
          <p:nvPr>
            <p:ph sz="quarter" idx="18"/>
          </p:nvPr>
        </p:nvSpPr>
        <p:spPr>
          <a:xfrm>
            <a:off x="2832056" y="1640443"/>
            <a:ext cx="5511845" cy="3074432"/>
          </a:xfrm>
        </p:spPr>
        <p:txBody>
          <a:bodyPr>
            <a:normAutofit/>
          </a:bodyPr>
          <a:lstStyle>
            <a:lvl1pPr>
              <a:lnSpc>
                <a:spcPct val="100000"/>
              </a:lnSpc>
              <a:defRPr sz="1200"/>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0" name="Straight Connector 9">
            <a:extLst>
              <a:ext uri="{FF2B5EF4-FFF2-40B4-BE49-F238E27FC236}">
                <a16:creationId xmlns:a16="http://schemas.microsoft.com/office/drawing/2014/main" id="{7D906524-8E7E-05A8-4F9E-A2C39750A30C}"/>
              </a:ext>
              <a:ext uri="{C183D7F6-B498-43B3-948B-1728B52AA6E4}">
                <adec:decorative xmlns:adec="http://schemas.microsoft.com/office/drawing/2017/decorative" val="1"/>
              </a:ext>
            </a:extLst>
          </p:cNvPr>
          <p:cNvCxnSpPr>
            <a:cxnSpLocks/>
          </p:cNvCxnSpPr>
          <p:nvPr/>
        </p:nvCxnSpPr>
        <p:spPr>
          <a:xfrm flipH="1">
            <a:off x="8531710" y="904596"/>
            <a:ext cx="603146"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8F256971-28FA-FA33-0A85-0B851EA7AE9B}"/>
              </a:ext>
            </a:extLst>
          </p:cNvPr>
          <p:cNvSpPr>
            <a:spLocks noGrp="1"/>
          </p:cNvSpPr>
          <p:nvPr>
            <p:ph type="ftr" sz="quarter" idx="11"/>
          </p:nvPr>
        </p:nvSpPr>
        <p:spPr>
          <a:xfrm>
            <a:off x="2832057" y="4829175"/>
            <a:ext cx="4338461" cy="314325"/>
          </a:xfrm>
        </p:spPr>
        <p:txBody>
          <a:bodyPr/>
          <a:lstStyle/>
          <a:p>
            <a:r>
              <a:rPr lang="en-US"/>
              <a:t>Sample Footer Text</a:t>
            </a:r>
            <a:endParaRPr lang="en-US" dirty="0"/>
          </a:p>
        </p:txBody>
      </p:sp>
      <p:sp>
        <p:nvSpPr>
          <p:cNvPr id="7" name="Date Placeholder 4">
            <a:extLst>
              <a:ext uri="{FF2B5EF4-FFF2-40B4-BE49-F238E27FC236}">
                <a16:creationId xmlns:a16="http://schemas.microsoft.com/office/drawing/2014/main" id="{F04B437D-29C2-D3ED-BEFA-E1F868B0FB5E}"/>
              </a:ext>
            </a:extLst>
          </p:cNvPr>
          <p:cNvSpPr>
            <a:spLocks noGrp="1"/>
          </p:cNvSpPr>
          <p:nvPr>
            <p:ph type="dt" sz="half" idx="15"/>
          </p:nvPr>
        </p:nvSpPr>
        <p:spPr>
          <a:xfrm>
            <a:off x="7238172" y="4829175"/>
            <a:ext cx="648528" cy="314325"/>
          </a:xfrm>
        </p:spPr>
        <p:txBody>
          <a:bodyPr/>
          <a:lstStyle/>
          <a:p>
            <a:fld id="{2ABAD28B-DD56-4B56-883A-96608C765E28}" type="datetimeFigureOut">
              <a:rPr lang="en-US" smtClean="0"/>
              <a:pPr/>
              <a:t>8/19/26</a:t>
            </a:fld>
            <a:endParaRPr lang="en-US" dirty="0"/>
          </a:p>
        </p:txBody>
      </p:sp>
      <p:sp>
        <p:nvSpPr>
          <p:cNvPr id="8" name="Slide Number Placeholder 5">
            <a:extLst>
              <a:ext uri="{FF2B5EF4-FFF2-40B4-BE49-F238E27FC236}">
                <a16:creationId xmlns:a16="http://schemas.microsoft.com/office/drawing/2014/main" id="{70EB108D-6128-5356-6097-7D1D10551222}"/>
              </a:ext>
            </a:extLst>
          </p:cNvPr>
          <p:cNvSpPr>
            <a:spLocks noGrp="1"/>
          </p:cNvSpPr>
          <p:nvPr>
            <p:ph type="sldNum" sz="quarter" idx="12"/>
          </p:nvPr>
        </p:nvSpPr>
        <p:spPr>
          <a:xfrm>
            <a:off x="7892823" y="4829175"/>
            <a:ext cx="451077" cy="314325"/>
          </a:xfrm>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4280771077"/>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20046" y="834078"/>
            <a:ext cx="5507673" cy="699516"/>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820045" y="1640443"/>
            <a:ext cx="5507674" cy="3074432"/>
          </a:xfrm>
        </p:spPr>
        <p:txBody>
          <a:bodyPr>
            <a:normAutofit/>
          </a:bodyPr>
          <a:lstStyle>
            <a:lvl1pPr>
              <a:lnSpc>
                <a:spcPct val="100000"/>
              </a:lnSpc>
              <a:defRPr sz="1200"/>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3" name="Straight Connector 2">
            <a:extLst>
              <a:ext uri="{FF2B5EF4-FFF2-40B4-BE49-F238E27FC236}">
                <a16:creationId xmlns:a16="http://schemas.microsoft.com/office/drawing/2014/main" id="{4D039FC6-F740-7D02-FD07-5B1B076DCE63}"/>
              </a:ext>
              <a:ext uri="{C183D7F6-B498-43B3-948B-1728B52AA6E4}">
                <adec:decorative xmlns:adec="http://schemas.microsoft.com/office/drawing/2017/decorative" val="1"/>
              </a:ext>
            </a:extLst>
          </p:cNvPr>
          <p:cNvCxnSpPr>
            <a:cxnSpLocks/>
          </p:cNvCxnSpPr>
          <p:nvPr/>
        </p:nvCxnSpPr>
        <p:spPr>
          <a:xfrm>
            <a:off x="0" y="904596"/>
            <a:ext cx="603146"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DC666571-786A-B2D2-4FC3-C22E71C243E1}"/>
              </a:ext>
            </a:extLst>
          </p:cNvPr>
          <p:cNvSpPr>
            <a:spLocks noGrp="1"/>
          </p:cNvSpPr>
          <p:nvPr>
            <p:ph type="ftr" sz="quarter" idx="11"/>
          </p:nvPr>
        </p:nvSpPr>
        <p:spPr>
          <a:xfrm>
            <a:off x="820045" y="4829175"/>
            <a:ext cx="4334291" cy="314325"/>
          </a:xfrm>
        </p:spPr>
        <p:txBody>
          <a:bodyPr/>
          <a:lstStyle/>
          <a:p>
            <a:r>
              <a:rPr lang="en-US"/>
              <a:t>Sample Footer Text</a:t>
            </a:r>
            <a:endParaRPr lang="en-US" dirty="0"/>
          </a:p>
        </p:txBody>
      </p:sp>
      <p:sp>
        <p:nvSpPr>
          <p:cNvPr id="6" name="Date Placeholder 4">
            <a:extLst>
              <a:ext uri="{FF2B5EF4-FFF2-40B4-BE49-F238E27FC236}">
                <a16:creationId xmlns:a16="http://schemas.microsoft.com/office/drawing/2014/main" id="{A324A0C0-9CB0-6208-0780-67E3C7F2C02C}"/>
              </a:ext>
            </a:extLst>
          </p:cNvPr>
          <p:cNvSpPr>
            <a:spLocks noGrp="1"/>
          </p:cNvSpPr>
          <p:nvPr>
            <p:ph type="dt" sz="half" idx="15"/>
          </p:nvPr>
        </p:nvSpPr>
        <p:spPr>
          <a:xfrm>
            <a:off x="5221991" y="4829175"/>
            <a:ext cx="648528" cy="314325"/>
          </a:xfrm>
        </p:spPr>
        <p:txBody>
          <a:bodyPr/>
          <a:lstStyle/>
          <a:p>
            <a:fld id="{2ABAD28B-DD56-4B56-883A-96608C765E28}" type="datetimeFigureOut">
              <a:rPr lang="en-US" smtClean="0"/>
              <a:pPr/>
              <a:t>8/19/26</a:t>
            </a:fld>
            <a:endParaRPr lang="en-US" dirty="0"/>
          </a:p>
        </p:txBody>
      </p:sp>
      <p:sp>
        <p:nvSpPr>
          <p:cNvPr id="7" name="Slide Number Placeholder 5">
            <a:extLst>
              <a:ext uri="{FF2B5EF4-FFF2-40B4-BE49-F238E27FC236}">
                <a16:creationId xmlns:a16="http://schemas.microsoft.com/office/drawing/2014/main" id="{7F7421E2-5EEC-7791-DBEE-600FF5170816}"/>
              </a:ext>
            </a:extLst>
          </p:cNvPr>
          <p:cNvSpPr>
            <a:spLocks noGrp="1"/>
          </p:cNvSpPr>
          <p:nvPr>
            <p:ph type="sldNum" sz="quarter" idx="12"/>
          </p:nvPr>
        </p:nvSpPr>
        <p:spPr>
          <a:xfrm>
            <a:off x="5876642" y="4829175"/>
            <a:ext cx="451077" cy="314325"/>
          </a:xfrm>
        </p:spPr>
        <p:txBody>
          <a:bodyPr/>
          <a:lstStyle/>
          <a:p>
            <a:fld id="{AEAA3239-9EA4-4A65-A281-97F994456D9F}" type="slidenum">
              <a:rPr lang="en-US" smtClean="0"/>
              <a:t>‹#›</a:t>
            </a:fld>
            <a:endParaRPr lang="en-US"/>
          </a:p>
        </p:txBody>
      </p:sp>
      <p:sp>
        <p:nvSpPr>
          <p:cNvPr id="12" name="Picture Placeholder 10">
            <a:extLst>
              <a:ext uri="{FF2B5EF4-FFF2-40B4-BE49-F238E27FC236}">
                <a16:creationId xmlns:a16="http://schemas.microsoft.com/office/drawing/2014/main" id="{61964118-5CFA-FFA8-E19F-A107D63DDC08}"/>
              </a:ext>
            </a:extLst>
          </p:cNvPr>
          <p:cNvSpPr>
            <a:spLocks noGrp="1"/>
          </p:cNvSpPr>
          <p:nvPr>
            <p:ph type="pic" sz="quarter" idx="13" hasCustomPrompt="1"/>
          </p:nvPr>
        </p:nvSpPr>
        <p:spPr>
          <a:xfrm>
            <a:off x="6499170" y="0"/>
            <a:ext cx="2644829" cy="5143500"/>
          </a:xfrm>
          <a:blipFill dpi="0" rotWithShape="1">
            <a:blip r:embed="rId2">
              <a:alphaModFix amt="60000"/>
            </a:blip>
            <a:srcRect/>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2019274168"/>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6050" y="836802"/>
            <a:ext cx="3553937" cy="966127"/>
          </a:xfrm>
        </p:spPr>
        <p:txBody>
          <a:bodyPr anchor="t">
            <a:normAutofit/>
          </a:bodyPr>
          <a:lstStyle>
            <a:lvl1pPr>
              <a:defRPr sz="27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16144" y="1914093"/>
            <a:ext cx="3553838" cy="2800782"/>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3" name="Straight Connector 2">
            <a:extLst>
              <a:ext uri="{FF2B5EF4-FFF2-40B4-BE49-F238E27FC236}">
                <a16:creationId xmlns:a16="http://schemas.microsoft.com/office/drawing/2014/main" id="{B84581EB-7A5A-925D-6E20-5C04A0EAA2CE}"/>
              </a:ext>
              <a:ext uri="{C183D7F6-B498-43B3-948B-1728B52AA6E4}">
                <adec:decorative xmlns:adec="http://schemas.microsoft.com/office/drawing/2017/decorative" val="1"/>
              </a:ext>
            </a:extLst>
          </p:cNvPr>
          <p:cNvCxnSpPr>
            <a:cxnSpLocks/>
          </p:cNvCxnSpPr>
          <p:nvPr/>
        </p:nvCxnSpPr>
        <p:spPr>
          <a:xfrm>
            <a:off x="0" y="904596"/>
            <a:ext cx="603146"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Footer Placeholder 4">
            <a:extLst>
              <a:ext uri="{FF2B5EF4-FFF2-40B4-BE49-F238E27FC236}">
                <a16:creationId xmlns:a16="http://schemas.microsoft.com/office/drawing/2014/main" id="{084EA123-AEAB-8F33-C22D-31F9F11A93CE}"/>
              </a:ext>
            </a:extLst>
          </p:cNvPr>
          <p:cNvSpPr>
            <a:spLocks noGrp="1"/>
          </p:cNvSpPr>
          <p:nvPr>
            <p:ph type="ftr" sz="quarter" idx="11"/>
          </p:nvPr>
        </p:nvSpPr>
        <p:spPr>
          <a:xfrm>
            <a:off x="816050" y="4829175"/>
            <a:ext cx="2380549" cy="314325"/>
          </a:xfrm>
        </p:spPr>
        <p:txBody>
          <a:bodyPr/>
          <a:lstStyle/>
          <a:p>
            <a:r>
              <a:rPr lang="en-US"/>
              <a:t>Sample Footer Text</a:t>
            </a:r>
            <a:endParaRPr lang="en-US" dirty="0"/>
          </a:p>
        </p:txBody>
      </p:sp>
      <p:sp>
        <p:nvSpPr>
          <p:cNvPr id="9" name="Date Placeholder 4">
            <a:extLst>
              <a:ext uri="{FF2B5EF4-FFF2-40B4-BE49-F238E27FC236}">
                <a16:creationId xmlns:a16="http://schemas.microsoft.com/office/drawing/2014/main" id="{AA2FCA56-AA13-81B1-1707-7A5D7557B5F8}"/>
              </a:ext>
            </a:extLst>
          </p:cNvPr>
          <p:cNvSpPr>
            <a:spLocks noGrp="1"/>
          </p:cNvSpPr>
          <p:nvPr>
            <p:ph type="dt" sz="half" idx="15"/>
          </p:nvPr>
        </p:nvSpPr>
        <p:spPr>
          <a:xfrm>
            <a:off x="3264254" y="4829175"/>
            <a:ext cx="648528" cy="314325"/>
          </a:xfrm>
        </p:spPr>
        <p:txBody>
          <a:bodyPr/>
          <a:lstStyle/>
          <a:p>
            <a:fld id="{2ABAD28B-DD56-4B56-883A-96608C765E28}" type="datetimeFigureOut">
              <a:rPr lang="en-US" smtClean="0"/>
              <a:pPr/>
              <a:t>8/19/26</a:t>
            </a:fld>
            <a:endParaRPr lang="en-US" dirty="0"/>
          </a:p>
        </p:txBody>
      </p:sp>
      <p:sp>
        <p:nvSpPr>
          <p:cNvPr id="10" name="Slide Number Placeholder 5">
            <a:extLst>
              <a:ext uri="{FF2B5EF4-FFF2-40B4-BE49-F238E27FC236}">
                <a16:creationId xmlns:a16="http://schemas.microsoft.com/office/drawing/2014/main" id="{4358A8E3-C7AA-9216-35FD-FE820598287A}"/>
              </a:ext>
            </a:extLst>
          </p:cNvPr>
          <p:cNvSpPr>
            <a:spLocks noGrp="1"/>
          </p:cNvSpPr>
          <p:nvPr>
            <p:ph type="sldNum" sz="quarter" idx="12"/>
          </p:nvPr>
        </p:nvSpPr>
        <p:spPr>
          <a:xfrm>
            <a:off x="3918905" y="4829175"/>
            <a:ext cx="451077" cy="314325"/>
          </a:xfrm>
        </p:spPr>
        <p:txBody>
          <a:bodyPr/>
          <a:lstStyle/>
          <a:p>
            <a:fld id="{AEAA3239-9EA4-4A65-A281-97F994456D9F}"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4572000" y="0"/>
            <a:ext cx="4572000" cy="5143500"/>
          </a:xfrm>
          <a:blipFill dpi="0" rotWithShape="1">
            <a:blip r:embed="rId2">
              <a:alphaModFix amt="60000"/>
            </a:blip>
            <a:srcRect/>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655796253"/>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23797" y="833326"/>
            <a:ext cx="2860384" cy="1120397"/>
          </a:xfrm>
        </p:spPr>
        <p:txBody>
          <a:bodyPr anchor="t">
            <a:noAutofit/>
          </a:bodyPr>
          <a:lstStyle>
            <a:lvl1pPr>
              <a:defRPr sz="27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23797" y="2025503"/>
            <a:ext cx="2860385" cy="268937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3" name="Straight Connector 2">
            <a:extLst>
              <a:ext uri="{FF2B5EF4-FFF2-40B4-BE49-F238E27FC236}">
                <a16:creationId xmlns:a16="http://schemas.microsoft.com/office/drawing/2014/main" id="{36A796DD-1556-39E2-B5E4-90C1C2459D2D}"/>
              </a:ext>
              <a:ext uri="{C183D7F6-B498-43B3-948B-1728B52AA6E4}">
                <adec:decorative xmlns:adec="http://schemas.microsoft.com/office/drawing/2017/decorative" val="1"/>
              </a:ext>
            </a:extLst>
          </p:cNvPr>
          <p:cNvCxnSpPr>
            <a:cxnSpLocks/>
          </p:cNvCxnSpPr>
          <p:nvPr/>
        </p:nvCxnSpPr>
        <p:spPr>
          <a:xfrm>
            <a:off x="0" y="904596"/>
            <a:ext cx="603146"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06713B13-BCC2-B853-769C-4BC6A57D7B6D}"/>
              </a:ext>
            </a:extLst>
          </p:cNvPr>
          <p:cNvSpPr>
            <a:spLocks noGrp="1"/>
          </p:cNvSpPr>
          <p:nvPr>
            <p:ph type="ftr" sz="quarter" idx="11"/>
          </p:nvPr>
        </p:nvSpPr>
        <p:spPr>
          <a:xfrm>
            <a:off x="823797" y="4829175"/>
            <a:ext cx="1687001" cy="314325"/>
          </a:xfrm>
        </p:spPr>
        <p:txBody>
          <a:bodyPr/>
          <a:lstStyle/>
          <a:p>
            <a:r>
              <a:rPr lang="en-US"/>
              <a:t>Sample Footer Text</a:t>
            </a:r>
            <a:endParaRPr lang="en-US" dirty="0"/>
          </a:p>
        </p:txBody>
      </p:sp>
      <p:sp>
        <p:nvSpPr>
          <p:cNvPr id="6" name="Date Placeholder 4">
            <a:extLst>
              <a:ext uri="{FF2B5EF4-FFF2-40B4-BE49-F238E27FC236}">
                <a16:creationId xmlns:a16="http://schemas.microsoft.com/office/drawing/2014/main" id="{A9915D6C-CE56-12D3-C15C-C56B3EFEAFE7}"/>
              </a:ext>
            </a:extLst>
          </p:cNvPr>
          <p:cNvSpPr>
            <a:spLocks noGrp="1"/>
          </p:cNvSpPr>
          <p:nvPr>
            <p:ph type="dt" sz="half" idx="15"/>
          </p:nvPr>
        </p:nvSpPr>
        <p:spPr>
          <a:xfrm>
            <a:off x="2578453" y="4829175"/>
            <a:ext cx="648528" cy="314325"/>
          </a:xfrm>
        </p:spPr>
        <p:txBody>
          <a:bodyPr/>
          <a:lstStyle/>
          <a:p>
            <a:fld id="{2ABAD28B-DD56-4B56-883A-96608C765E28}" type="datetimeFigureOut">
              <a:rPr lang="en-US" smtClean="0"/>
              <a:pPr/>
              <a:t>8/19/26</a:t>
            </a:fld>
            <a:endParaRPr lang="en-US" dirty="0"/>
          </a:p>
        </p:txBody>
      </p:sp>
      <p:sp>
        <p:nvSpPr>
          <p:cNvPr id="7" name="Slide Number Placeholder 5">
            <a:extLst>
              <a:ext uri="{FF2B5EF4-FFF2-40B4-BE49-F238E27FC236}">
                <a16:creationId xmlns:a16="http://schemas.microsoft.com/office/drawing/2014/main" id="{3C3F576B-887C-7B84-0990-9143EA6C6012}"/>
              </a:ext>
            </a:extLst>
          </p:cNvPr>
          <p:cNvSpPr>
            <a:spLocks noGrp="1"/>
          </p:cNvSpPr>
          <p:nvPr>
            <p:ph type="sldNum" sz="quarter" idx="12"/>
          </p:nvPr>
        </p:nvSpPr>
        <p:spPr>
          <a:xfrm>
            <a:off x="3233104" y="4829175"/>
            <a:ext cx="451077" cy="314325"/>
          </a:xfrm>
        </p:spPr>
        <p:txBody>
          <a:bodyPr/>
          <a:lstStyle/>
          <a:p>
            <a:fld id="{AEAA3239-9EA4-4A65-A281-97F994456D9F}"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3894174" y="0"/>
            <a:ext cx="5249826" cy="5143500"/>
          </a:xfrm>
          <a:blipFill dpi="0" rotWithShape="1">
            <a:blip r:embed="rId2">
              <a:alphaModFix amt="60000"/>
            </a:blip>
            <a:srcRect/>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2256855507"/>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175ACA1F-D859-596B-9F50-F1E9A2654EAF}"/>
              </a:ext>
            </a:extLst>
          </p:cNvPr>
          <p:cNvSpPr>
            <a:spLocks noGrp="1"/>
          </p:cNvSpPr>
          <p:nvPr>
            <p:ph type="title"/>
          </p:nvPr>
        </p:nvSpPr>
        <p:spPr>
          <a:xfrm flipH="1">
            <a:off x="5920656" y="834324"/>
            <a:ext cx="2423245" cy="1394206"/>
          </a:xfrm>
        </p:spPr>
        <p:txBody>
          <a:bodyPr anchor="t"/>
          <a:lstStyle/>
          <a:p>
            <a:r>
              <a:rPr lang="en-US"/>
              <a:t>Click to edit Master title style</a:t>
            </a:r>
            <a:endParaRPr lang="en-US" dirty="0"/>
          </a:p>
        </p:txBody>
      </p:sp>
      <p:sp>
        <p:nvSpPr>
          <p:cNvPr id="2" name="Picture Placeholder 9">
            <a:extLst>
              <a:ext uri="{FF2B5EF4-FFF2-40B4-BE49-F238E27FC236}">
                <a16:creationId xmlns:a16="http://schemas.microsoft.com/office/drawing/2014/main" id="{2A43D9F3-C10E-5B48-BB59-16A8600BD36F}"/>
              </a:ext>
            </a:extLst>
          </p:cNvPr>
          <p:cNvSpPr>
            <a:spLocks noGrp="1"/>
          </p:cNvSpPr>
          <p:nvPr>
            <p:ph type="pic" sz="quarter" idx="13" hasCustomPrompt="1"/>
          </p:nvPr>
        </p:nvSpPr>
        <p:spPr>
          <a:xfrm>
            <a:off x="9144" y="0"/>
            <a:ext cx="5611333" cy="5143500"/>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4" name="Content Placeholder 7">
            <a:extLst>
              <a:ext uri="{FF2B5EF4-FFF2-40B4-BE49-F238E27FC236}">
                <a16:creationId xmlns:a16="http://schemas.microsoft.com/office/drawing/2014/main" id="{2E10F120-2F5B-B2FD-DB40-683E6176C3D4}"/>
              </a:ext>
            </a:extLst>
          </p:cNvPr>
          <p:cNvSpPr>
            <a:spLocks noGrp="1"/>
          </p:cNvSpPr>
          <p:nvPr>
            <p:ph sz="quarter" idx="15"/>
          </p:nvPr>
        </p:nvSpPr>
        <p:spPr>
          <a:xfrm>
            <a:off x="5925960" y="2349941"/>
            <a:ext cx="2417940" cy="1992188"/>
          </a:xfrm>
        </p:spPr>
        <p:txBody>
          <a:bodyPr vert="horz" lIns="91440" tIns="45720" rIns="91440" bIns="45720" rtlCol="0">
            <a:normAutofit/>
          </a:bodyPr>
          <a:lstStyle>
            <a:lvl1pPr marL="0" indent="0">
              <a:lnSpc>
                <a:spcPct val="100000"/>
              </a:lnSpc>
              <a:buNone/>
              <a:defRPr lang="en-US" dirty="0"/>
            </a:lvl1pPr>
            <a:lvl2pPr marL="171450" indent="0">
              <a:lnSpc>
                <a:spcPct val="100000"/>
              </a:lnSpc>
              <a:buNone/>
              <a:defRPr lang="en-US" dirty="0"/>
            </a:lvl2pPr>
            <a:lvl3pPr marL="342900" indent="0">
              <a:lnSpc>
                <a:spcPct val="100000"/>
              </a:lnSpc>
              <a:buNone/>
              <a:defRPr lang="en-US" dirty="0"/>
            </a:lvl3pPr>
            <a:lvl4pPr marL="514350" indent="0">
              <a:lnSpc>
                <a:spcPct val="100000"/>
              </a:lnSpc>
              <a:buNone/>
              <a:defRPr lang="en-US" dirty="0"/>
            </a:lvl4pPr>
            <a:lvl5pPr marL="685800" indent="0">
              <a:lnSpc>
                <a:spcPct val="100000"/>
              </a:lnSpc>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20" name="Straight Connector 19">
            <a:extLst>
              <a:ext uri="{FF2B5EF4-FFF2-40B4-BE49-F238E27FC236}">
                <a16:creationId xmlns:a16="http://schemas.microsoft.com/office/drawing/2014/main" id="{C9A12B08-97E1-66BD-9B69-377E28512750}"/>
              </a:ext>
              <a:ext uri="{C183D7F6-B498-43B3-948B-1728B52AA6E4}">
                <adec:decorative xmlns:adec="http://schemas.microsoft.com/office/drawing/2017/decorative" val="1"/>
              </a:ext>
            </a:extLst>
          </p:cNvPr>
          <p:cNvCxnSpPr>
            <a:cxnSpLocks/>
          </p:cNvCxnSpPr>
          <p:nvPr/>
        </p:nvCxnSpPr>
        <p:spPr>
          <a:xfrm flipH="1">
            <a:off x="8531710" y="904596"/>
            <a:ext cx="603146"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Footer Placeholder 4">
            <a:extLst>
              <a:ext uri="{FF2B5EF4-FFF2-40B4-BE49-F238E27FC236}">
                <a16:creationId xmlns:a16="http://schemas.microsoft.com/office/drawing/2014/main" id="{9EACEEC7-E0DC-ABF5-188B-5636A17BD6A4}"/>
              </a:ext>
            </a:extLst>
          </p:cNvPr>
          <p:cNvSpPr>
            <a:spLocks noGrp="1"/>
          </p:cNvSpPr>
          <p:nvPr>
            <p:ph type="ftr" sz="quarter" idx="11"/>
          </p:nvPr>
        </p:nvSpPr>
        <p:spPr>
          <a:xfrm>
            <a:off x="5920655" y="4829175"/>
            <a:ext cx="1249862" cy="314325"/>
          </a:xfrm>
        </p:spPr>
        <p:txBody>
          <a:bodyPr/>
          <a:lstStyle/>
          <a:p>
            <a:r>
              <a:rPr lang="en-US"/>
              <a:t>Sample Footer Text</a:t>
            </a:r>
            <a:endParaRPr lang="en-US" dirty="0"/>
          </a:p>
        </p:txBody>
      </p:sp>
      <p:sp>
        <p:nvSpPr>
          <p:cNvPr id="8" name="Date Placeholder 4">
            <a:extLst>
              <a:ext uri="{FF2B5EF4-FFF2-40B4-BE49-F238E27FC236}">
                <a16:creationId xmlns:a16="http://schemas.microsoft.com/office/drawing/2014/main" id="{D0A24C6D-468E-EAE9-2363-772EA5E51DD0}"/>
              </a:ext>
            </a:extLst>
          </p:cNvPr>
          <p:cNvSpPr>
            <a:spLocks noGrp="1"/>
          </p:cNvSpPr>
          <p:nvPr>
            <p:ph type="dt" sz="half" idx="16"/>
          </p:nvPr>
        </p:nvSpPr>
        <p:spPr>
          <a:xfrm>
            <a:off x="7238172" y="4829175"/>
            <a:ext cx="648528" cy="314325"/>
          </a:xfrm>
        </p:spPr>
        <p:txBody>
          <a:bodyPr/>
          <a:lstStyle/>
          <a:p>
            <a:fld id="{2ABAD28B-DD56-4B56-883A-96608C765E28}" type="datetimeFigureOut">
              <a:rPr lang="en-US" smtClean="0"/>
              <a:pPr/>
              <a:t>8/19/26</a:t>
            </a:fld>
            <a:endParaRPr lang="en-US" dirty="0"/>
          </a:p>
        </p:txBody>
      </p:sp>
      <p:sp>
        <p:nvSpPr>
          <p:cNvPr id="9" name="Slide Number Placeholder 5">
            <a:extLst>
              <a:ext uri="{FF2B5EF4-FFF2-40B4-BE49-F238E27FC236}">
                <a16:creationId xmlns:a16="http://schemas.microsoft.com/office/drawing/2014/main" id="{C4C85811-EF51-7552-5F12-17748D280645}"/>
              </a:ext>
            </a:extLst>
          </p:cNvPr>
          <p:cNvSpPr>
            <a:spLocks noGrp="1"/>
          </p:cNvSpPr>
          <p:nvPr>
            <p:ph type="sldNum" sz="quarter" idx="12"/>
          </p:nvPr>
        </p:nvSpPr>
        <p:spPr>
          <a:xfrm>
            <a:off x="7892823" y="4829175"/>
            <a:ext cx="451077" cy="314325"/>
          </a:xfrm>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1843801909"/>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6493" y="2990852"/>
            <a:ext cx="2283716" cy="1732339"/>
          </a:xfrm>
        </p:spPr>
        <p:txBody>
          <a:bodyPr anchor="t">
            <a:normAutofit/>
          </a:bodyPr>
          <a:lstStyle>
            <a:lvl1pPr>
              <a:defRPr sz="27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1"/>
            <a:ext cx="9144000" cy="2582498"/>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191952" y="2990852"/>
            <a:ext cx="5595022" cy="1732339"/>
          </a:xfrm>
        </p:spPr>
        <p:txBody>
          <a:bodyPr vert="horz" lIns="91440" tIns="45720" rIns="91440" bIns="45720" rtlCol="0" anchor="t">
            <a:normAutofit/>
          </a:bodyPr>
          <a:lstStyle>
            <a:lvl1pPr marL="0" indent="0">
              <a:lnSpc>
                <a:spcPct val="100000"/>
              </a:lnSpc>
              <a:buNone/>
              <a:defRPr lang="en-US" dirty="0"/>
            </a:lvl1pPr>
            <a:lvl2pPr marL="171450" indent="0">
              <a:lnSpc>
                <a:spcPct val="100000"/>
              </a:lnSpc>
              <a:buNone/>
              <a:defRPr lang="en-US" dirty="0"/>
            </a:lvl2pPr>
            <a:lvl3pPr marL="342900" indent="0">
              <a:lnSpc>
                <a:spcPct val="100000"/>
              </a:lnSpc>
              <a:buNone/>
              <a:defRPr lang="en-US" dirty="0"/>
            </a:lvl3pPr>
            <a:lvl4pPr marL="514350" indent="0">
              <a:lnSpc>
                <a:spcPct val="100000"/>
              </a:lnSpc>
              <a:buNone/>
              <a:defRPr lang="en-US" dirty="0"/>
            </a:lvl4pPr>
            <a:lvl5pPr marL="685800" indent="0">
              <a:lnSpc>
                <a:spcPct val="100000"/>
              </a:lnSpc>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4" name="Straight Connector 3">
            <a:extLst>
              <a:ext uri="{FF2B5EF4-FFF2-40B4-BE49-F238E27FC236}">
                <a16:creationId xmlns:a16="http://schemas.microsoft.com/office/drawing/2014/main" id="{4C699AE1-DA01-C4DA-C5BE-8DD9BE13F668}"/>
              </a:ext>
              <a:ext uri="{C183D7F6-B498-43B3-948B-1728B52AA6E4}">
                <adec:decorative xmlns:adec="http://schemas.microsoft.com/office/drawing/2017/decorative" val="1"/>
              </a:ext>
            </a:extLst>
          </p:cNvPr>
          <p:cNvCxnSpPr>
            <a:cxnSpLocks/>
          </p:cNvCxnSpPr>
          <p:nvPr/>
        </p:nvCxnSpPr>
        <p:spPr>
          <a:xfrm>
            <a:off x="0" y="3086319"/>
            <a:ext cx="603146"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Date Placeholder 2">
            <a:extLst>
              <a:ext uri="{FF2B5EF4-FFF2-40B4-BE49-F238E27FC236}">
                <a16:creationId xmlns:a16="http://schemas.microsoft.com/office/drawing/2014/main" id="{9373F0BC-3C5E-8E58-AFDC-804E1C1C7617}"/>
              </a:ext>
            </a:extLst>
          </p:cNvPr>
          <p:cNvSpPr>
            <a:spLocks noGrp="1"/>
          </p:cNvSpPr>
          <p:nvPr>
            <p:ph type="dt" sz="half" idx="15"/>
          </p:nvPr>
        </p:nvSpPr>
        <p:spPr/>
        <p:txBody>
          <a:bodyPr/>
          <a:lstStyle/>
          <a:p>
            <a:fld id="{2ABAD28B-DD56-4B56-883A-96608C765E28}" type="datetimeFigureOut">
              <a:rPr lang="en-US" smtClean="0"/>
              <a:pPr/>
              <a:t>8/19/26</a:t>
            </a:fld>
            <a:endParaRPr lang="en-US" dirty="0"/>
          </a:p>
        </p:txBody>
      </p:sp>
      <p:sp>
        <p:nvSpPr>
          <p:cNvPr id="9" name="Footer Placeholder 8">
            <a:extLst>
              <a:ext uri="{FF2B5EF4-FFF2-40B4-BE49-F238E27FC236}">
                <a16:creationId xmlns:a16="http://schemas.microsoft.com/office/drawing/2014/main" id="{E6E5C888-EE74-5D59-47AA-40A53F60011B}"/>
              </a:ext>
            </a:extLst>
          </p:cNvPr>
          <p:cNvSpPr>
            <a:spLocks noGrp="1"/>
          </p:cNvSpPr>
          <p:nvPr>
            <p:ph type="ftr" sz="quarter" idx="16"/>
          </p:nvPr>
        </p:nvSpPr>
        <p:spPr/>
        <p:txBody>
          <a:bodyPr/>
          <a:lstStyle/>
          <a:p>
            <a:endParaRPr lang="en-US" dirty="0"/>
          </a:p>
        </p:txBody>
      </p:sp>
      <p:sp>
        <p:nvSpPr>
          <p:cNvPr id="10" name="Slide Number Placeholder 9">
            <a:extLst>
              <a:ext uri="{FF2B5EF4-FFF2-40B4-BE49-F238E27FC236}">
                <a16:creationId xmlns:a16="http://schemas.microsoft.com/office/drawing/2014/main" id="{4794CA46-7ABA-FF39-20BD-C83B4F6D957B}"/>
              </a:ext>
            </a:extLst>
          </p:cNvPr>
          <p:cNvSpPr>
            <a:spLocks noGrp="1"/>
          </p:cNvSpPr>
          <p:nvPr>
            <p:ph type="sldNum" sz="quarter" idx="17"/>
          </p:nvPr>
        </p:nvSpPr>
        <p:spPr/>
        <p:txBody>
          <a:bodyPr/>
          <a:lstStyle/>
          <a:p>
            <a:fld id="{7DF5BAF5-ABAB-4575-8E56-D109A3D17F9F}" type="slidenum">
              <a:rPr lang="en-US" smtClean="0"/>
              <a:pPr/>
              <a:t>‹#›</a:t>
            </a:fld>
            <a:endParaRPr lang="en-US" dirty="0"/>
          </a:p>
        </p:txBody>
      </p:sp>
    </p:spTree>
    <p:extLst>
      <p:ext uri="{BB962C8B-B14F-4D97-AF65-F5344CB8AC3E}">
        <p14:creationId xmlns:p14="http://schemas.microsoft.com/office/powerpoint/2010/main" val="4258337966"/>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D85BA164-9326-7934-95DF-A6AAB3F4258D}"/>
              </a:ext>
            </a:extLst>
          </p:cNvPr>
          <p:cNvSpPr>
            <a:spLocks noGrp="1"/>
          </p:cNvSpPr>
          <p:nvPr>
            <p:ph type="title"/>
          </p:nvPr>
        </p:nvSpPr>
        <p:spPr>
          <a:xfrm>
            <a:off x="818205" y="840743"/>
            <a:ext cx="7857990" cy="726948"/>
          </a:xfrm>
        </p:spPr>
        <p:txBody>
          <a:bodyPr anchor="t">
            <a:noAutofit/>
          </a:bodyPr>
          <a:lstStyle>
            <a:lvl1pPr>
              <a:defRPr sz="2700"/>
            </a:lvl1pPr>
          </a:lstStyle>
          <a:p>
            <a:r>
              <a:rPr lang="en-US"/>
              <a:t>Click to edit Master title style</a:t>
            </a:r>
            <a:endParaRPr lang="en-US" dirty="0"/>
          </a:p>
        </p:txBody>
      </p:sp>
      <p:sp>
        <p:nvSpPr>
          <p:cNvPr id="12" name="Picture Placeholder 11">
            <a:extLst>
              <a:ext uri="{FF2B5EF4-FFF2-40B4-BE49-F238E27FC236}">
                <a16:creationId xmlns:a16="http://schemas.microsoft.com/office/drawing/2014/main" id="{96F64025-FA05-CC42-8294-F944BC95DD00}"/>
              </a:ext>
            </a:extLst>
          </p:cNvPr>
          <p:cNvSpPr>
            <a:spLocks noGrp="1"/>
          </p:cNvSpPr>
          <p:nvPr>
            <p:ph type="pic" sz="quarter" idx="13" hasCustomPrompt="1"/>
          </p:nvPr>
        </p:nvSpPr>
        <p:spPr>
          <a:xfrm>
            <a:off x="1" y="1714506"/>
            <a:ext cx="4572000" cy="3428994"/>
          </a:xfrm>
          <a:custGeom>
            <a:avLst/>
            <a:gdLst>
              <a:gd name="connsiteX0" fmla="*/ 0 w 6460672"/>
              <a:gd name="connsiteY0" fmla="*/ 0 h 5029200"/>
              <a:gd name="connsiteX1" fmla="*/ 6460672 w 6460672"/>
              <a:gd name="connsiteY1" fmla="*/ 0 h 5029200"/>
              <a:gd name="connsiteX2" fmla="*/ 6460672 w 6460672"/>
              <a:gd name="connsiteY2" fmla="*/ 5029200 h 5029200"/>
              <a:gd name="connsiteX3" fmla="*/ 0 w 6460672"/>
              <a:gd name="connsiteY3" fmla="*/ 5029200 h 5029200"/>
            </a:gdLst>
            <a:ahLst/>
            <a:cxnLst>
              <a:cxn ang="0">
                <a:pos x="connsiteX0" y="connsiteY0"/>
              </a:cxn>
              <a:cxn ang="0">
                <a:pos x="connsiteX1" y="connsiteY1"/>
              </a:cxn>
              <a:cxn ang="0">
                <a:pos x="connsiteX2" y="connsiteY2"/>
              </a:cxn>
              <a:cxn ang="0">
                <a:pos x="connsiteX3" y="connsiteY3"/>
              </a:cxn>
            </a:cxnLst>
            <a:rect l="l" t="t" r="r" b="b"/>
            <a:pathLst>
              <a:path w="6460672" h="5029200">
                <a:moveTo>
                  <a:pt x="0" y="0"/>
                </a:moveTo>
                <a:lnTo>
                  <a:pt x="6460672" y="0"/>
                </a:lnTo>
                <a:lnTo>
                  <a:pt x="6460672" y="5029200"/>
                </a:lnTo>
                <a:lnTo>
                  <a:pt x="0" y="5029200"/>
                </a:lnTo>
                <a:close/>
              </a:path>
            </a:pathLst>
          </a:custGeom>
          <a:blipFill dpi="0" rotWithShape="1">
            <a:blip r:embed="rId2">
              <a:alphaModFix amt="60000"/>
            </a:blip>
            <a:srcRect/>
            <a:stretch>
              <a:fillRect/>
            </a:stretch>
          </a:blipFill>
        </p:spPr>
        <p:txBody>
          <a:bodyPr vert="horz" wrap="square" lIns="91440" tIns="45720" rIns="91440" bIns="45720" rtlCol="0">
            <a:noAutofit/>
          </a:bodyPr>
          <a:lstStyle>
            <a:lvl1pPr>
              <a:defRPr lang="en-US" dirty="0"/>
            </a:lvl1pPr>
          </a:lstStyle>
          <a:p>
            <a:pPr marL="0" lvl="0" indent="0">
              <a:buNone/>
            </a:pPr>
            <a:r>
              <a:rPr lang="en-US" dirty="0"/>
              <a:t>  </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5018809" y="1714506"/>
            <a:ext cx="3657386" cy="3000369"/>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7" name="Straight Connector 6">
            <a:extLst>
              <a:ext uri="{FF2B5EF4-FFF2-40B4-BE49-F238E27FC236}">
                <a16:creationId xmlns:a16="http://schemas.microsoft.com/office/drawing/2014/main" id="{5FB0BF8A-7D94-1C82-F661-F1B7A93A4359}"/>
              </a:ext>
              <a:ext uri="{C183D7F6-B498-43B3-948B-1728B52AA6E4}">
                <adec:decorative xmlns:adec="http://schemas.microsoft.com/office/drawing/2017/decorative" val="1"/>
              </a:ext>
            </a:extLst>
          </p:cNvPr>
          <p:cNvCxnSpPr>
            <a:cxnSpLocks/>
          </p:cNvCxnSpPr>
          <p:nvPr/>
        </p:nvCxnSpPr>
        <p:spPr>
          <a:xfrm>
            <a:off x="0" y="904596"/>
            <a:ext cx="603146"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Footer Placeholder 2">
            <a:extLst>
              <a:ext uri="{FF2B5EF4-FFF2-40B4-BE49-F238E27FC236}">
                <a16:creationId xmlns:a16="http://schemas.microsoft.com/office/drawing/2014/main" id="{1988C72B-1D4E-3882-C750-7F965F6E7BC7}"/>
              </a:ext>
            </a:extLst>
          </p:cNvPr>
          <p:cNvSpPr>
            <a:spLocks noGrp="1"/>
          </p:cNvSpPr>
          <p:nvPr>
            <p:ph type="ftr" sz="quarter" idx="16"/>
          </p:nvPr>
        </p:nvSpPr>
        <p:spPr>
          <a:xfrm>
            <a:off x="5018809" y="4829175"/>
            <a:ext cx="2219363" cy="314325"/>
          </a:xfrm>
        </p:spPr>
        <p:txBody>
          <a:bodyPr/>
          <a:lstStyle/>
          <a:p>
            <a:endParaRPr lang="en-US" dirty="0"/>
          </a:p>
        </p:txBody>
      </p:sp>
      <p:sp>
        <p:nvSpPr>
          <p:cNvPr id="2" name="Date Placeholder 1">
            <a:extLst>
              <a:ext uri="{FF2B5EF4-FFF2-40B4-BE49-F238E27FC236}">
                <a16:creationId xmlns:a16="http://schemas.microsoft.com/office/drawing/2014/main" id="{4914FA71-0863-B2C8-8E42-C0A1F133DC69}"/>
              </a:ext>
            </a:extLst>
          </p:cNvPr>
          <p:cNvSpPr>
            <a:spLocks noGrp="1"/>
          </p:cNvSpPr>
          <p:nvPr>
            <p:ph type="dt" sz="half" idx="15"/>
          </p:nvPr>
        </p:nvSpPr>
        <p:spPr/>
        <p:txBody>
          <a:bodyPr/>
          <a:lstStyle/>
          <a:p>
            <a:fld id="{2ABAD28B-DD56-4B56-883A-96608C765E28}" type="datetimeFigureOut">
              <a:rPr lang="en-US" smtClean="0"/>
              <a:pPr/>
              <a:t>8/19/26</a:t>
            </a:fld>
            <a:endParaRPr lang="en-US" dirty="0"/>
          </a:p>
        </p:txBody>
      </p:sp>
      <p:sp>
        <p:nvSpPr>
          <p:cNvPr id="6" name="Slide Number Placeholder 5">
            <a:extLst>
              <a:ext uri="{FF2B5EF4-FFF2-40B4-BE49-F238E27FC236}">
                <a16:creationId xmlns:a16="http://schemas.microsoft.com/office/drawing/2014/main" id="{4CD6C2E8-E8FC-5DC8-863C-CF7823CD4AED}"/>
              </a:ext>
            </a:extLst>
          </p:cNvPr>
          <p:cNvSpPr>
            <a:spLocks noGrp="1"/>
          </p:cNvSpPr>
          <p:nvPr>
            <p:ph type="sldNum" sz="quarter" idx="17"/>
          </p:nvPr>
        </p:nvSpPr>
        <p:spPr/>
        <p:txBody>
          <a:bodyPr/>
          <a:lstStyle/>
          <a:p>
            <a:fld id="{7DF5BAF5-ABAB-4575-8E56-D109A3D17F9F}" type="slidenum">
              <a:rPr lang="en-US" smtClean="0"/>
              <a:pPr/>
              <a:t>‹#›</a:t>
            </a:fld>
            <a:endParaRPr lang="en-US" dirty="0"/>
          </a:p>
        </p:txBody>
      </p:sp>
    </p:spTree>
    <p:extLst>
      <p:ext uri="{BB962C8B-B14F-4D97-AF65-F5344CB8AC3E}">
        <p14:creationId xmlns:p14="http://schemas.microsoft.com/office/powerpoint/2010/main" val="1273917414"/>
      </p:ext>
    </p:extLst>
  </p:cSld>
  <p:clrMapOvr>
    <a:masterClrMapping/>
  </p:clrMapOvr>
  <p:hf sldNum="0"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Content with Picture 9">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B243CE06-05E5-2B64-1E1C-8F81B788D099}"/>
              </a:ext>
            </a:extLst>
          </p:cNvPr>
          <p:cNvSpPr>
            <a:spLocks noGrp="1"/>
          </p:cNvSpPr>
          <p:nvPr>
            <p:ph type="title"/>
          </p:nvPr>
        </p:nvSpPr>
        <p:spPr>
          <a:xfrm>
            <a:off x="818205" y="841650"/>
            <a:ext cx="2772644" cy="1128868"/>
          </a:xfrm>
        </p:spPr>
        <p:txBody>
          <a:bodyPr anchor="t">
            <a:noAutofit/>
          </a:bodyPr>
          <a:lstStyle>
            <a:lvl1pPr>
              <a:defRPr sz="2700"/>
            </a:lvl1pPr>
          </a:lstStyle>
          <a:p>
            <a:r>
              <a:rPr lang="en-US"/>
              <a:t>Click to edit Master title style</a:t>
            </a:r>
            <a:endParaRPr lang="en-US" dirty="0"/>
          </a:p>
        </p:txBody>
      </p:sp>
      <p:sp>
        <p:nvSpPr>
          <p:cNvPr id="9" name="Picture Placeholder 10">
            <a:extLst>
              <a:ext uri="{FF2B5EF4-FFF2-40B4-BE49-F238E27FC236}">
                <a16:creationId xmlns:a16="http://schemas.microsoft.com/office/drawing/2014/main" id="{9ADE1102-BF4C-FC7C-22F6-B8453DE3B195}"/>
              </a:ext>
            </a:extLst>
          </p:cNvPr>
          <p:cNvSpPr>
            <a:spLocks noGrp="1"/>
          </p:cNvSpPr>
          <p:nvPr>
            <p:ph type="pic" sz="quarter" idx="13" hasCustomPrompt="1"/>
          </p:nvPr>
        </p:nvSpPr>
        <p:spPr>
          <a:xfrm>
            <a:off x="885826" y="2130136"/>
            <a:ext cx="2705024" cy="2584738"/>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10" name="Content Placeholder 7">
            <a:extLst>
              <a:ext uri="{FF2B5EF4-FFF2-40B4-BE49-F238E27FC236}">
                <a16:creationId xmlns:a16="http://schemas.microsoft.com/office/drawing/2014/main" id="{6C8ACD7F-7B34-5741-6323-6829CFDA10C3}"/>
              </a:ext>
            </a:extLst>
          </p:cNvPr>
          <p:cNvSpPr>
            <a:spLocks noGrp="1"/>
          </p:cNvSpPr>
          <p:nvPr>
            <p:ph sz="quarter" idx="14"/>
          </p:nvPr>
        </p:nvSpPr>
        <p:spPr>
          <a:xfrm>
            <a:off x="3835255" y="841650"/>
            <a:ext cx="4951718" cy="3873224"/>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73859A7-84EB-4384-87AF-59CC16704CF8}" type="datetime1">
              <a:rPr lang="en-US" smtClean="0"/>
              <a:t>8/19/26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12" name="Straight Connector 11">
            <a:extLst>
              <a:ext uri="{FF2B5EF4-FFF2-40B4-BE49-F238E27FC236}">
                <a16:creationId xmlns:a16="http://schemas.microsoft.com/office/drawing/2014/main" id="{B1322A97-1C32-A52E-951B-60B114B307A0}"/>
              </a:ext>
              <a:ext uri="{C183D7F6-B498-43B3-948B-1728B52AA6E4}">
                <adec:decorative xmlns:adec="http://schemas.microsoft.com/office/drawing/2017/decorative" val="1"/>
              </a:ext>
            </a:extLst>
          </p:cNvPr>
          <p:cNvCxnSpPr>
            <a:cxnSpLocks/>
          </p:cNvCxnSpPr>
          <p:nvPr/>
        </p:nvCxnSpPr>
        <p:spPr>
          <a:xfrm>
            <a:off x="0" y="904596"/>
            <a:ext cx="603146"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2322749"/>
      </p:ext>
    </p:extLst>
  </p:cSld>
  <p:clrMapOvr>
    <a:masterClrMapping/>
  </p:clrMapOvr>
  <p:hf sldNum="0" hdr="0" ftr="0" dt="0"/>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Number Large">
    <p:bg>
      <p:bgPr>
        <a:solidFill>
          <a:schemeClr val="tx1"/>
        </a:solidFill>
        <a:effectLst/>
      </p:bgPr>
    </p:bg>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99AD5248-C0E5-8356-EB8F-904EDDA5FC95}"/>
              </a:ext>
            </a:extLst>
          </p:cNvPr>
          <p:cNvSpPr>
            <a:spLocks noGrp="1"/>
          </p:cNvSpPr>
          <p:nvPr>
            <p:ph type="title"/>
          </p:nvPr>
        </p:nvSpPr>
        <p:spPr>
          <a:xfrm>
            <a:off x="3485478" y="3567895"/>
            <a:ext cx="4858422" cy="844916"/>
          </a:xfrm>
        </p:spPr>
        <p:txBody>
          <a:bodyPr anchor="b">
            <a:normAutofit/>
          </a:bodyPr>
          <a:lstStyle>
            <a:lvl1pPr algn="r">
              <a:defRPr sz="1500" b="0" cap="none" baseline="0">
                <a:solidFill>
                  <a:schemeClr val="bg1"/>
                </a:solidFill>
              </a:defRPr>
            </a:lvl1pPr>
          </a:lstStyle>
          <a:p>
            <a:r>
              <a:rPr lang="en-US"/>
              <a:t>Click to edit Master title style</a:t>
            </a:r>
          </a:p>
        </p:txBody>
      </p:sp>
      <p:sp>
        <p:nvSpPr>
          <p:cNvPr id="10" name="Content Placeholder 9">
            <a:extLst>
              <a:ext uri="{FF2B5EF4-FFF2-40B4-BE49-F238E27FC236}">
                <a16:creationId xmlns:a16="http://schemas.microsoft.com/office/drawing/2014/main" id="{A5F5F1C4-3BA4-0163-6A5F-9D95D58C7EA2}"/>
              </a:ext>
            </a:extLst>
          </p:cNvPr>
          <p:cNvSpPr>
            <a:spLocks noGrp="1"/>
          </p:cNvSpPr>
          <p:nvPr>
            <p:ph sz="quarter" idx="13" hasCustomPrompt="1"/>
          </p:nvPr>
        </p:nvSpPr>
        <p:spPr>
          <a:xfrm>
            <a:off x="61722" y="48006"/>
            <a:ext cx="9020556" cy="3450444"/>
          </a:xfrm>
        </p:spPr>
        <p:txBody>
          <a:bodyPr>
            <a:noAutofit/>
          </a:bodyPr>
          <a:lstStyle>
            <a:lvl1pPr>
              <a:lnSpc>
                <a:spcPct val="85000"/>
              </a:lnSpc>
              <a:defRPr sz="23250" b="1">
                <a:solidFill>
                  <a:schemeClr val="bg1"/>
                </a:solidFill>
              </a:defRPr>
            </a:lvl1pPr>
          </a:lstStyle>
          <a:p>
            <a:pPr lvl="0"/>
            <a:r>
              <a:rPr lang="en-US" dirty="0"/>
              <a:t>##%</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bg1"/>
                </a:solidFill>
              </a:defRPr>
            </a:lvl1pPr>
          </a:lstStyle>
          <a:p>
            <a:fld id="{E5AD3D17-73C9-402C-91E7-BA73E6829C50}" type="datetime1">
              <a:rPr lang="en-US" smtClean="0"/>
              <a:pPr/>
              <a:t>8/19/26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cxnSp>
        <p:nvCxnSpPr>
          <p:cNvPr id="7" name="Straight Connector 6">
            <a:extLst>
              <a:ext uri="{FF2B5EF4-FFF2-40B4-BE49-F238E27FC236}">
                <a16:creationId xmlns:a16="http://schemas.microsoft.com/office/drawing/2014/main" id="{EA84DB20-94E7-1E79-B65B-67C6158DB14C}"/>
              </a:ext>
              <a:ext uri="{C183D7F6-B498-43B3-948B-1728B52AA6E4}">
                <adec:decorative xmlns:adec="http://schemas.microsoft.com/office/drawing/2017/decorative" val="1"/>
              </a:ext>
            </a:extLst>
          </p:cNvPr>
          <p:cNvCxnSpPr>
            <a:cxnSpLocks/>
          </p:cNvCxnSpPr>
          <p:nvPr/>
        </p:nvCxnSpPr>
        <p:spPr>
          <a:xfrm>
            <a:off x="8540854" y="4286250"/>
            <a:ext cx="603146" cy="0"/>
          </a:xfrm>
          <a:prstGeom prst="line">
            <a:avLst/>
          </a:prstGeom>
          <a:ln w="1206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30859811"/>
      </p:ext>
    </p:extLst>
  </p:cSld>
  <p:clrMapOvr>
    <a:masterClrMapping/>
  </p:clrMapOvr>
  <p:hf sldNum="0" hdr="0" ftr="0" dt="0"/>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459486" y="-964696"/>
            <a:ext cx="7989570" cy="850392"/>
          </a:xfrm>
        </p:spPr>
        <p:txBody>
          <a:bodyPr/>
          <a:lstStyle>
            <a:lvl1pPr>
              <a:defRPr>
                <a:solidFill>
                  <a:schemeClr val="tx1"/>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816102" y="779321"/>
            <a:ext cx="7063740" cy="3802551"/>
          </a:xfrm>
        </p:spPr>
        <p:txBody>
          <a:bodyPr anchor="t">
            <a:noAutofit/>
          </a:bodyPr>
          <a:lstStyle>
            <a:lvl1pPr marL="0" indent="0">
              <a:lnSpc>
                <a:spcPct val="90000"/>
              </a:lnSpc>
              <a:buNone/>
              <a:defRPr sz="4500" b="1"/>
            </a:lvl1pPr>
            <a:lvl2pPr marL="171450" indent="0">
              <a:lnSpc>
                <a:spcPct val="90000"/>
              </a:lnSpc>
              <a:buNone/>
              <a:defRPr sz="4500" b="1"/>
            </a:lvl2pPr>
            <a:lvl3pPr marL="342900" indent="0">
              <a:lnSpc>
                <a:spcPct val="90000"/>
              </a:lnSpc>
              <a:buNone/>
              <a:defRPr sz="4500" b="1"/>
            </a:lvl3pPr>
            <a:lvl4pPr marL="514350" indent="0">
              <a:lnSpc>
                <a:spcPct val="90000"/>
              </a:lnSpc>
              <a:buNone/>
              <a:defRPr sz="4500" b="1"/>
            </a:lvl4pPr>
            <a:lvl5pPr marL="685800" indent="0">
              <a:lnSpc>
                <a:spcPct val="90000"/>
              </a:lnSpc>
              <a:buNone/>
              <a:defRPr sz="4500" b="1"/>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507735E4-737B-43D4-B991-92C3D63DE68F}" type="datetime1">
              <a:rPr lang="en-US" smtClean="0"/>
              <a:t>8/19/26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cxnSp>
        <p:nvCxnSpPr>
          <p:cNvPr id="6" name="Straight Connector 5">
            <a:extLst>
              <a:ext uri="{FF2B5EF4-FFF2-40B4-BE49-F238E27FC236}">
                <a16:creationId xmlns:a16="http://schemas.microsoft.com/office/drawing/2014/main" id="{77F2505C-CAED-34DC-7CD1-C57ADBBF98DD}"/>
              </a:ext>
              <a:ext uri="{C183D7F6-B498-43B3-948B-1728B52AA6E4}">
                <adec:decorative xmlns:adec="http://schemas.microsoft.com/office/drawing/2017/decorative" val="1"/>
              </a:ext>
            </a:extLst>
          </p:cNvPr>
          <p:cNvCxnSpPr>
            <a:cxnSpLocks/>
          </p:cNvCxnSpPr>
          <p:nvPr/>
        </p:nvCxnSpPr>
        <p:spPr>
          <a:xfrm>
            <a:off x="0" y="904596"/>
            <a:ext cx="603146"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43142410"/>
      </p:ext>
    </p:extLst>
  </p:cSld>
  <p:clrMapOvr>
    <a:masterClrMapping/>
  </p:clrMapOvr>
  <p:hf sldNum="0"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11" name="Title 9">
            <a:extLst>
              <a:ext uri="{FF2B5EF4-FFF2-40B4-BE49-F238E27FC236}">
                <a16:creationId xmlns:a16="http://schemas.microsoft.com/office/drawing/2014/main" id="{873E5EF9-EDC5-CB2D-000A-85BB4DB58221}"/>
              </a:ext>
            </a:extLst>
          </p:cNvPr>
          <p:cNvSpPr>
            <a:spLocks noGrp="1"/>
          </p:cNvSpPr>
          <p:nvPr>
            <p:ph type="title" hasCustomPrompt="1"/>
          </p:nvPr>
        </p:nvSpPr>
        <p:spPr>
          <a:xfrm>
            <a:off x="800100" y="4063770"/>
            <a:ext cx="7543800" cy="349759"/>
          </a:xfrm>
        </p:spPr>
        <p:txBody>
          <a:bodyPr anchor="b">
            <a:normAutofit/>
          </a:bodyPr>
          <a:lstStyle>
            <a:lvl1pPr algn="r">
              <a:lnSpc>
                <a:spcPct val="100000"/>
              </a:lnSpc>
              <a:defRPr sz="1500" b="0" cap="none" baseline="0"/>
            </a:lvl1pPr>
          </a:lstStyle>
          <a:p>
            <a:r>
              <a:rPr lang="en-US" dirty="0"/>
              <a:t>Quote Author</a:t>
            </a:r>
          </a:p>
        </p:txBody>
      </p:sp>
      <p:sp>
        <p:nvSpPr>
          <p:cNvPr id="10" name="Content Placeholder 9">
            <a:extLst>
              <a:ext uri="{FF2B5EF4-FFF2-40B4-BE49-F238E27FC236}">
                <a16:creationId xmlns:a16="http://schemas.microsoft.com/office/drawing/2014/main" id="{E5D1FFC6-C597-BE81-1790-A08954F44C4B}"/>
              </a:ext>
            </a:extLst>
          </p:cNvPr>
          <p:cNvSpPr>
            <a:spLocks noGrp="1"/>
          </p:cNvSpPr>
          <p:nvPr>
            <p:ph sz="quarter" idx="13" hasCustomPrompt="1"/>
          </p:nvPr>
        </p:nvSpPr>
        <p:spPr>
          <a:xfrm>
            <a:off x="71437" y="47625"/>
            <a:ext cx="8983266" cy="3810000"/>
          </a:xfrm>
        </p:spPr>
        <p:txBody>
          <a:bodyPr>
            <a:normAutofit/>
          </a:bodyPr>
          <a:lstStyle>
            <a:lvl1pPr>
              <a:lnSpc>
                <a:spcPct val="85000"/>
              </a:lnSpc>
              <a:defRPr sz="6000" b="1" cap="all" baseline="0">
                <a:solidFill>
                  <a:schemeClr val="tx1"/>
                </a:solidFill>
              </a:defRPr>
            </a:lvl1pPr>
          </a:lstStyle>
          <a:p>
            <a:pPr lvl="0"/>
            <a:r>
              <a:rPr lang="en-US" dirty="0"/>
              <a:t>Click to add Quote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4D63035D-22A0-4334-A9AE-2457016C8B47}" type="datetime1">
              <a:rPr lang="en-US" smtClean="0"/>
              <a:t>8/19/26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7" name="Straight Connector 6">
            <a:extLst>
              <a:ext uri="{FF2B5EF4-FFF2-40B4-BE49-F238E27FC236}">
                <a16:creationId xmlns:a16="http://schemas.microsoft.com/office/drawing/2014/main" id="{52949BEA-90AC-BE5F-28A7-80D65BD19B42}"/>
              </a:ext>
              <a:ext uri="{C183D7F6-B498-43B3-948B-1728B52AA6E4}">
                <adec:decorative xmlns:adec="http://schemas.microsoft.com/office/drawing/2017/decorative" val="1"/>
              </a:ext>
            </a:extLst>
          </p:cNvPr>
          <p:cNvCxnSpPr>
            <a:cxnSpLocks/>
          </p:cNvCxnSpPr>
          <p:nvPr/>
        </p:nvCxnSpPr>
        <p:spPr>
          <a:xfrm>
            <a:off x="8540854" y="4286469"/>
            <a:ext cx="603146"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3408267"/>
      </p:ext>
    </p:extLst>
  </p:cSld>
  <p:clrMapOvr>
    <a:masterClrMapping/>
  </p:clrMapOvr>
  <p:hf sldNum="0" hdr="0" ftr="0" dt="0"/>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BF7AE-3892-4896-8C15-7A35A41EFD9C}"/>
              </a:ext>
            </a:extLst>
          </p:cNvPr>
          <p:cNvSpPr>
            <a:spLocks noGrp="1"/>
          </p:cNvSpPr>
          <p:nvPr>
            <p:ph type="title"/>
          </p:nvPr>
        </p:nvSpPr>
        <p:spPr>
          <a:xfrm>
            <a:off x="816102" y="839349"/>
            <a:ext cx="7417550" cy="903445"/>
          </a:xfrm>
        </p:spPr>
        <p:txBody>
          <a:bodyPr>
            <a:normAutofit/>
          </a:bodyPr>
          <a:lstStyle>
            <a:lvl1pPr>
              <a:defRPr sz="27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F2FD9A26-86F1-4817-B243-4DE63B4F182F}"/>
              </a:ext>
            </a:extLst>
          </p:cNvPr>
          <p:cNvSpPr>
            <a:spLocks noGrp="1"/>
          </p:cNvSpPr>
          <p:nvPr>
            <p:ph sz="half" idx="1"/>
          </p:nvPr>
        </p:nvSpPr>
        <p:spPr>
          <a:xfrm>
            <a:off x="811639" y="1830426"/>
            <a:ext cx="3631129" cy="285096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D454BF9B-EA16-48C8-96B9-7A66051BE768}"/>
              </a:ext>
            </a:extLst>
          </p:cNvPr>
          <p:cNvSpPr>
            <a:spLocks noGrp="1"/>
          </p:cNvSpPr>
          <p:nvPr>
            <p:ph sz="half" idx="2"/>
          </p:nvPr>
        </p:nvSpPr>
        <p:spPr>
          <a:xfrm>
            <a:off x="4629150" y="1830427"/>
            <a:ext cx="3604502" cy="2850962"/>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40629E05-3F6C-40BF-9324-118588B6CAE6}"/>
              </a:ext>
            </a:extLst>
          </p:cNvPr>
          <p:cNvSpPr>
            <a:spLocks noGrp="1"/>
          </p:cNvSpPr>
          <p:nvPr>
            <p:ph type="ftr" sz="quarter" idx="11"/>
          </p:nvPr>
        </p:nvSpPr>
        <p:spPr/>
        <p:txBody>
          <a:bodyPr/>
          <a:lstStyle/>
          <a:p>
            <a:endParaRPr lang="en-US" dirty="0"/>
          </a:p>
        </p:txBody>
      </p:sp>
      <p:sp>
        <p:nvSpPr>
          <p:cNvPr id="5" name="Date Placeholder 4">
            <a:extLst>
              <a:ext uri="{FF2B5EF4-FFF2-40B4-BE49-F238E27FC236}">
                <a16:creationId xmlns:a16="http://schemas.microsoft.com/office/drawing/2014/main" id="{D16E2D9F-1FCE-4A1C-996E-DB05777A8994}"/>
              </a:ext>
            </a:extLst>
          </p:cNvPr>
          <p:cNvSpPr>
            <a:spLocks noGrp="1"/>
          </p:cNvSpPr>
          <p:nvPr>
            <p:ph type="dt" sz="half" idx="10"/>
          </p:nvPr>
        </p:nvSpPr>
        <p:spPr/>
        <p:txBody>
          <a:bodyPr/>
          <a:lstStyle/>
          <a:p>
            <a:fld id="{2ABAD28B-DD56-4B56-883A-96608C765E28}" type="datetimeFigureOut">
              <a:rPr lang="en-US" smtClean="0"/>
              <a:t>8/19/26</a:t>
            </a:fld>
            <a:endParaRPr lang="en-US" dirty="0"/>
          </a:p>
        </p:txBody>
      </p:sp>
      <p:sp>
        <p:nvSpPr>
          <p:cNvPr id="7" name="Slide Number Placeholder 6">
            <a:extLst>
              <a:ext uri="{FF2B5EF4-FFF2-40B4-BE49-F238E27FC236}">
                <a16:creationId xmlns:a16="http://schemas.microsoft.com/office/drawing/2014/main" id="{069BE013-C5C0-4CBD-982E-36F037F7366F}"/>
              </a:ext>
            </a:extLst>
          </p:cNvPr>
          <p:cNvSpPr>
            <a:spLocks noGrp="1"/>
          </p:cNvSpPr>
          <p:nvPr>
            <p:ph type="sldNum" sz="quarter" idx="12"/>
          </p:nvPr>
        </p:nvSpPr>
        <p:spPr/>
        <p:txBody>
          <a:bodyPr/>
          <a:lstStyle/>
          <a:p>
            <a:fld id="{7DF5BAF5-ABAB-4575-8E56-D109A3D17F9F}" type="slidenum">
              <a:rPr lang="en-US" smtClean="0"/>
              <a:t>‹#›</a:t>
            </a:fld>
            <a:endParaRPr lang="en-US" dirty="0"/>
          </a:p>
        </p:txBody>
      </p:sp>
      <p:cxnSp>
        <p:nvCxnSpPr>
          <p:cNvPr id="8" name="Straight Connector 7">
            <a:extLst>
              <a:ext uri="{FF2B5EF4-FFF2-40B4-BE49-F238E27FC236}">
                <a16:creationId xmlns:a16="http://schemas.microsoft.com/office/drawing/2014/main" id="{AB20CA7A-449A-6AC2-BFC5-17AF5007E7E1}"/>
              </a:ext>
              <a:ext uri="{C183D7F6-B498-43B3-948B-1728B52AA6E4}">
                <adec:decorative xmlns:adec="http://schemas.microsoft.com/office/drawing/2017/decorative" val="1"/>
              </a:ext>
            </a:extLst>
          </p:cNvPr>
          <p:cNvCxnSpPr>
            <a:cxnSpLocks/>
          </p:cNvCxnSpPr>
          <p:nvPr/>
        </p:nvCxnSpPr>
        <p:spPr>
          <a:xfrm>
            <a:off x="0" y="904596"/>
            <a:ext cx="603146"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61575801"/>
      </p:ext>
    </p:extLst>
  </p:cSld>
  <p:clrMapOvr>
    <a:masterClrMapping/>
  </p:clrMapOvr>
  <p:hf sldNum="0"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BED885-5FE5-4407-BE4D-FAD01C40A905}"/>
              </a:ext>
            </a:extLst>
          </p:cNvPr>
          <p:cNvSpPr>
            <a:spLocks noGrp="1"/>
          </p:cNvSpPr>
          <p:nvPr>
            <p:ph type="title"/>
          </p:nvPr>
        </p:nvSpPr>
        <p:spPr>
          <a:xfrm>
            <a:off x="818206" y="836497"/>
            <a:ext cx="7462091" cy="629142"/>
          </a:xfrm>
        </p:spPr>
        <p:txBody>
          <a:bodyPr>
            <a:normAutofit/>
          </a:bodyPr>
          <a:lstStyle>
            <a:lvl1pPr>
              <a:defRPr sz="27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E322A77-C134-4857-83E5-51217D3C29FB}"/>
              </a:ext>
            </a:extLst>
          </p:cNvPr>
          <p:cNvSpPr>
            <a:spLocks noGrp="1"/>
          </p:cNvSpPr>
          <p:nvPr>
            <p:ph type="body" idx="1"/>
          </p:nvPr>
        </p:nvSpPr>
        <p:spPr>
          <a:xfrm>
            <a:off x="819067" y="1442393"/>
            <a:ext cx="3612356" cy="629142"/>
          </a:xfrm>
        </p:spPr>
        <p:txBody>
          <a:bodyPr anchor="b">
            <a:normAutofit/>
          </a:bodyPr>
          <a:lstStyle>
            <a:lvl1pPr marL="0" indent="0">
              <a:lnSpc>
                <a:spcPct val="100000"/>
              </a:lnSpc>
              <a:buNone/>
              <a:defRPr sz="1350" b="1" cap="all" spc="75" baseline="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5" name="Text Placeholder 4">
            <a:extLst>
              <a:ext uri="{FF2B5EF4-FFF2-40B4-BE49-F238E27FC236}">
                <a16:creationId xmlns:a16="http://schemas.microsoft.com/office/drawing/2014/main" id="{7710AFC6-F407-4F35-BD37-B32F9B4036D0}"/>
              </a:ext>
            </a:extLst>
          </p:cNvPr>
          <p:cNvSpPr>
            <a:spLocks noGrp="1"/>
          </p:cNvSpPr>
          <p:nvPr>
            <p:ph type="body" sz="quarter" idx="3"/>
          </p:nvPr>
        </p:nvSpPr>
        <p:spPr>
          <a:xfrm>
            <a:off x="4661612" y="1442393"/>
            <a:ext cx="3618685" cy="629142"/>
          </a:xfrm>
        </p:spPr>
        <p:txBody>
          <a:bodyPr anchor="b">
            <a:normAutofit/>
          </a:bodyPr>
          <a:lstStyle>
            <a:lvl1pPr marL="0" indent="0">
              <a:lnSpc>
                <a:spcPct val="100000"/>
              </a:lnSpc>
              <a:buNone/>
              <a:defRPr sz="1350" b="1" cap="all" spc="75" baseline="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9A4ECBFE-C62C-471B-BFE4-1272EAC3479D}"/>
              </a:ext>
            </a:extLst>
          </p:cNvPr>
          <p:cNvSpPr>
            <a:spLocks noGrp="1"/>
          </p:cNvSpPr>
          <p:nvPr>
            <p:ph sz="half" idx="2"/>
          </p:nvPr>
        </p:nvSpPr>
        <p:spPr>
          <a:xfrm>
            <a:off x="819067" y="2119344"/>
            <a:ext cx="3612356" cy="252290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a:extLst>
              <a:ext uri="{FF2B5EF4-FFF2-40B4-BE49-F238E27FC236}">
                <a16:creationId xmlns:a16="http://schemas.microsoft.com/office/drawing/2014/main" id="{458D60D5-0F83-46CB-92F3-849FC08E6E92}"/>
              </a:ext>
            </a:extLst>
          </p:cNvPr>
          <p:cNvSpPr>
            <a:spLocks noGrp="1"/>
          </p:cNvSpPr>
          <p:nvPr>
            <p:ph sz="quarter" idx="4"/>
          </p:nvPr>
        </p:nvSpPr>
        <p:spPr>
          <a:xfrm>
            <a:off x="4661612" y="2119344"/>
            <a:ext cx="3618685" cy="252290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F340A80D-4CCB-4899-9E1D-A5967F4E649A}"/>
              </a:ext>
            </a:extLst>
          </p:cNvPr>
          <p:cNvSpPr>
            <a:spLocks noGrp="1"/>
          </p:cNvSpPr>
          <p:nvPr>
            <p:ph type="ftr" sz="quarter" idx="11"/>
          </p:nvPr>
        </p:nvSpPr>
        <p:spPr/>
        <p:txBody>
          <a:bodyPr/>
          <a:lstStyle/>
          <a:p>
            <a:endParaRPr lang="en-US" dirty="0"/>
          </a:p>
        </p:txBody>
      </p:sp>
      <p:sp>
        <p:nvSpPr>
          <p:cNvPr id="7" name="Date Placeholder 6">
            <a:extLst>
              <a:ext uri="{FF2B5EF4-FFF2-40B4-BE49-F238E27FC236}">
                <a16:creationId xmlns:a16="http://schemas.microsoft.com/office/drawing/2014/main" id="{AA5AE694-5CA0-48DA-90D3-EC42BD1D86C1}"/>
              </a:ext>
            </a:extLst>
          </p:cNvPr>
          <p:cNvSpPr>
            <a:spLocks noGrp="1"/>
          </p:cNvSpPr>
          <p:nvPr>
            <p:ph type="dt" sz="half" idx="10"/>
          </p:nvPr>
        </p:nvSpPr>
        <p:spPr/>
        <p:txBody>
          <a:bodyPr/>
          <a:lstStyle/>
          <a:p>
            <a:fld id="{2ABAD28B-DD56-4B56-883A-96608C765E28}" type="datetimeFigureOut">
              <a:rPr lang="en-US" smtClean="0"/>
              <a:t>8/19/26</a:t>
            </a:fld>
            <a:endParaRPr lang="en-US" dirty="0"/>
          </a:p>
        </p:txBody>
      </p:sp>
      <p:sp>
        <p:nvSpPr>
          <p:cNvPr id="9" name="Slide Number Placeholder 8">
            <a:extLst>
              <a:ext uri="{FF2B5EF4-FFF2-40B4-BE49-F238E27FC236}">
                <a16:creationId xmlns:a16="http://schemas.microsoft.com/office/drawing/2014/main" id="{4F753A9D-469A-4ED9-99A1-7E4B115F8933}"/>
              </a:ext>
            </a:extLst>
          </p:cNvPr>
          <p:cNvSpPr>
            <a:spLocks noGrp="1"/>
          </p:cNvSpPr>
          <p:nvPr>
            <p:ph type="sldNum" sz="quarter" idx="12"/>
          </p:nvPr>
        </p:nvSpPr>
        <p:spPr/>
        <p:txBody>
          <a:bodyPr/>
          <a:lstStyle/>
          <a:p>
            <a:fld id="{7DF5BAF5-ABAB-4575-8E56-D109A3D17F9F}" type="slidenum">
              <a:rPr lang="en-US" smtClean="0"/>
              <a:t>‹#›</a:t>
            </a:fld>
            <a:endParaRPr lang="en-US" dirty="0"/>
          </a:p>
        </p:txBody>
      </p:sp>
      <p:cxnSp>
        <p:nvCxnSpPr>
          <p:cNvPr id="10" name="Straight Connector 9">
            <a:extLst>
              <a:ext uri="{FF2B5EF4-FFF2-40B4-BE49-F238E27FC236}">
                <a16:creationId xmlns:a16="http://schemas.microsoft.com/office/drawing/2014/main" id="{CDA35A86-E7F6-6593-119D-A6DC85581FEA}"/>
              </a:ext>
              <a:ext uri="{C183D7F6-B498-43B3-948B-1728B52AA6E4}">
                <adec:decorative xmlns:adec="http://schemas.microsoft.com/office/drawing/2017/decorative" val="1"/>
              </a:ext>
            </a:extLst>
          </p:cNvPr>
          <p:cNvCxnSpPr>
            <a:cxnSpLocks/>
          </p:cNvCxnSpPr>
          <p:nvPr/>
        </p:nvCxnSpPr>
        <p:spPr>
          <a:xfrm>
            <a:off x="0" y="904596"/>
            <a:ext cx="603146"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99117624"/>
      </p:ext>
    </p:extLst>
  </p:cSld>
  <p:clrMapOvr>
    <a:masterClrMapping/>
  </p:clrMapOvr>
  <p:hf sldNum="0"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87C91E-0A11-4E5D-9B8D-5316E73A2D58}"/>
              </a:ext>
            </a:extLst>
          </p:cNvPr>
          <p:cNvSpPr>
            <a:spLocks noGrp="1"/>
          </p:cNvSpPr>
          <p:nvPr>
            <p:ph type="title"/>
          </p:nvPr>
        </p:nvSpPr>
        <p:spPr>
          <a:xfrm>
            <a:off x="816102" y="828075"/>
            <a:ext cx="7442073" cy="970671"/>
          </a:xfrm>
        </p:spPr>
        <p:txBody>
          <a:bodyPr>
            <a:normAutofit/>
          </a:bodyPr>
          <a:lstStyle>
            <a:lvl1pPr>
              <a:defRPr sz="2700" cap="none" baseline="0"/>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D7E36922-9A4C-453D-9B70-0C3A70281C03}"/>
              </a:ext>
            </a:extLst>
          </p:cNvPr>
          <p:cNvSpPr>
            <a:spLocks noGrp="1"/>
          </p:cNvSpPr>
          <p:nvPr>
            <p:ph type="ftr" sz="quarter" idx="11"/>
          </p:nvPr>
        </p:nvSpPr>
        <p:spPr/>
        <p:txBody>
          <a:bodyPr/>
          <a:lstStyle/>
          <a:p>
            <a:endParaRPr lang="en-US" dirty="0"/>
          </a:p>
        </p:txBody>
      </p:sp>
      <p:sp>
        <p:nvSpPr>
          <p:cNvPr id="3" name="Date Placeholder 2">
            <a:extLst>
              <a:ext uri="{FF2B5EF4-FFF2-40B4-BE49-F238E27FC236}">
                <a16:creationId xmlns:a16="http://schemas.microsoft.com/office/drawing/2014/main" id="{A1B8A8D1-71AD-4F9F-B393-9EED83FEF003}"/>
              </a:ext>
            </a:extLst>
          </p:cNvPr>
          <p:cNvSpPr>
            <a:spLocks noGrp="1"/>
          </p:cNvSpPr>
          <p:nvPr>
            <p:ph type="dt" sz="half" idx="10"/>
          </p:nvPr>
        </p:nvSpPr>
        <p:spPr/>
        <p:txBody>
          <a:bodyPr/>
          <a:lstStyle/>
          <a:p>
            <a:fld id="{2ABAD28B-DD56-4B56-883A-96608C765E28}" type="datetimeFigureOut">
              <a:rPr lang="en-US" smtClean="0"/>
              <a:t>8/19/26</a:t>
            </a:fld>
            <a:endParaRPr lang="en-US" dirty="0"/>
          </a:p>
        </p:txBody>
      </p:sp>
      <p:sp>
        <p:nvSpPr>
          <p:cNvPr id="5" name="Slide Number Placeholder 4">
            <a:extLst>
              <a:ext uri="{FF2B5EF4-FFF2-40B4-BE49-F238E27FC236}">
                <a16:creationId xmlns:a16="http://schemas.microsoft.com/office/drawing/2014/main" id="{EF5AAEF2-65DC-4E28-9AA4-5115ACB074CC}"/>
              </a:ext>
            </a:extLst>
          </p:cNvPr>
          <p:cNvSpPr>
            <a:spLocks noGrp="1"/>
          </p:cNvSpPr>
          <p:nvPr>
            <p:ph type="sldNum" sz="quarter" idx="12"/>
          </p:nvPr>
        </p:nvSpPr>
        <p:spPr/>
        <p:txBody>
          <a:bodyPr/>
          <a:lstStyle/>
          <a:p>
            <a:fld id="{7DF5BAF5-ABAB-4575-8E56-D109A3D17F9F}" type="slidenum">
              <a:rPr lang="en-US" smtClean="0"/>
              <a:t>‹#›</a:t>
            </a:fld>
            <a:endParaRPr lang="en-US" dirty="0"/>
          </a:p>
        </p:txBody>
      </p:sp>
      <p:cxnSp>
        <p:nvCxnSpPr>
          <p:cNvPr id="6" name="Straight Connector 5">
            <a:extLst>
              <a:ext uri="{FF2B5EF4-FFF2-40B4-BE49-F238E27FC236}">
                <a16:creationId xmlns:a16="http://schemas.microsoft.com/office/drawing/2014/main" id="{28CF7AFD-0570-B046-A2C2-3EFA873546CA}"/>
              </a:ext>
              <a:ext uri="{C183D7F6-B498-43B3-948B-1728B52AA6E4}">
                <adec:decorative xmlns:adec="http://schemas.microsoft.com/office/drawing/2017/decorative" val="1"/>
              </a:ext>
            </a:extLst>
          </p:cNvPr>
          <p:cNvCxnSpPr>
            <a:cxnSpLocks/>
          </p:cNvCxnSpPr>
          <p:nvPr/>
        </p:nvCxnSpPr>
        <p:spPr>
          <a:xfrm>
            <a:off x="0" y="904596"/>
            <a:ext cx="603146"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97607741"/>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Empty">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80459378-C430-49DB-B2D6-E32FBBCD4A6F}"/>
              </a:ext>
            </a:extLst>
          </p:cNvPr>
          <p:cNvSpPr>
            <a:spLocks noGrp="1"/>
          </p:cNvSpPr>
          <p:nvPr>
            <p:ph type="ftr" sz="quarter" idx="11"/>
          </p:nvPr>
        </p:nvSpPr>
        <p:spPr/>
        <p:txBody>
          <a:bodyPr/>
          <a:lstStyle/>
          <a:p>
            <a:endParaRPr lang="en-US" dirty="0"/>
          </a:p>
        </p:txBody>
      </p:sp>
      <p:sp>
        <p:nvSpPr>
          <p:cNvPr id="4" name="Date Placeholder 3">
            <a:extLst>
              <a:ext uri="{FF2B5EF4-FFF2-40B4-BE49-F238E27FC236}">
                <a16:creationId xmlns:a16="http://schemas.microsoft.com/office/drawing/2014/main" id="{9AFF5A02-0FC4-41C8-A13C-4C929B28846B}"/>
              </a:ext>
            </a:extLst>
          </p:cNvPr>
          <p:cNvSpPr>
            <a:spLocks noGrp="1"/>
          </p:cNvSpPr>
          <p:nvPr>
            <p:ph type="dt" sz="half" idx="10"/>
          </p:nvPr>
        </p:nvSpPr>
        <p:spPr/>
        <p:txBody>
          <a:bodyPr/>
          <a:lstStyle/>
          <a:p>
            <a:fld id="{2ABAD28B-DD56-4B56-883A-96608C765E28}" type="datetimeFigureOut">
              <a:rPr lang="en-US" smtClean="0"/>
              <a:t>8/19/26</a:t>
            </a:fld>
            <a:endParaRPr lang="en-US" dirty="0"/>
          </a:p>
        </p:txBody>
      </p:sp>
      <p:sp>
        <p:nvSpPr>
          <p:cNvPr id="6" name="Slide Number Placeholder 5">
            <a:extLst>
              <a:ext uri="{FF2B5EF4-FFF2-40B4-BE49-F238E27FC236}">
                <a16:creationId xmlns:a16="http://schemas.microsoft.com/office/drawing/2014/main" id="{E7B9D57D-CB8E-4E67-AE2D-2790E2AA60CB}"/>
              </a:ext>
            </a:extLst>
          </p:cNvPr>
          <p:cNvSpPr>
            <a:spLocks noGrp="1"/>
          </p:cNvSpPr>
          <p:nvPr>
            <p:ph type="sldNum" sz="quarter" idx="12"/>
          </p:nvPr>
        </p:nvSpPr>
        <p:spPr/>
        <p:txBody>
          <a:bodyPr/>
          <a:lstStyle/>
          <a:p>
            <a:fld id="{7DF5BAF5-ABAB-4575-8E56-D109A3D17F9F}" type="slidenum">
              <a:rPr lang="en-US" smtClean="0"/>
              <a:t>‹#›</a:t>
            </a:fld>
            <a:endParaRPr lang="en-US" dirty="0"/>
          </a:p>
        </p:txBody>
      </p:sp>
    </p:spTree>
    <p:extLst>
      <p:ext uri="{BB962C8B-B14F-4D97-AF65-F5344CB8AC3E}">
        <p14:creationId xmlns:p14="http://schemas.microsoft.com/office/powerpoint/2010/main" val="3543991641"/>
      </p:ext>
    </p:extLst>
  </p:cSld>
  <p:clrMapOvr>
    <a:masterClrMapping/>
  </p:clrMapOvr>
  <p:hf sldNum="0"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816102" y="816102"/>
            <a:ext cx="7970871" cy="1563413"/>
          </a:xfrm>
        </p:spPr>
        <p:txBody>
          <a:bodyPr anchor="t" anchorCtr="0">
            <a:noAutofit/>
          </a:bodyPr>
          <a:lstStyle>
            <a:lvl1pPr>
              <a:defRPr sz="4500" cap="all" baseline="0">
                <a:solidFill>
                  <a:schemeClr val="tx1"/>
                </a:solidFill>
              </a:defRPr>
            </a:lvl1pPr>
          </a:lstStyle>
          <a:p>
            <a:r>
              <a:rPr lang="en-US"/>
              <a:t>Click to edit Master title style</a:t>
            </a:r>
            <a:endParaRPr lang="en-US" dirty="0"/>
          </a:p>
        </p:txBody>
      </p:sp>
      <p:sp>
        <p:nvSpPr>
          <p:cNvPr id="7" name="Content Placeholder 7">
            <a:extLst>
              <a:ext uri="{FF2B5EF4-FFF2-40B4-BE49-F238E27FC236}">
                <a16:creationId xmlns:a16="http://schemas.microsoft.com/office/drawing/2014/main" id="{419A5DD2-B3B3-D9BF-1A71-B20742D142B9}"/>
              </a:ext>
            </a:extLst>
          </p:cNvPr>
          <p:cNvSpPr>
            <a:spLocks noGrp="1"/>
          </p:cNvSpPr>
          <p:nvPr>
            <p:ph sz="quarter" idx="13"/>
          </p:nvPr>
        </p:nvSpPr>
        <p:spPr>
          <a:xfrm>
            <a:off x="816101" y="2457450"/>
            <a:ext cx="7970872" cy="2371725"/>
          </a:xfrm>
        </p:spPr>
        <p:txBody>
          <a:bodyPr/>
          <a:lstStyle>
            <a:lvl1pPr marL="0" indent="0">
              <a:lnSpc>
                <a:spcPct val="100000"/>
              </a:lnSpc>
              <a:buNone/>
              <a:defRPr>
                <a:solidFill>
                  <a:schemeClr val="tx1"/>
                </a:solidFill>
              </a:defRPr>
            </a:lvl1pPr>
            <a:lvl2pPr marL="171450" indent="0">
              <a:lnSpc>
                <a:spcPct val="100000"/>
              </a:lnSpc>
              <a:buNone/>
              <a:defRPr>
                <a:solidFill>
                  <a:schemeClr val="tx1"/>
                </a:solidFill>
              </a:defRPr>
            </a:lvl2pPr>
            <a:lvl3pPr marL="342900" indent="0">
              <a:lnSpc>
                <a:spcPct val="100000"/>
              </a:lnSpc>
              <a:buNone/>
              <a:defRPr>
                <a:solidFill>
                  <a:schemeClr val="tx1"/>
                </a:solidFill>
              </a:defRPr>
            </a:lvl3pPr>
            <a:lvl4pPr marL="514350" indent="0">
              <a:lnSpc>
                <a:spcPct val="100000"/>
              </a:lnSpc>
              <a:buNone/>
              <a:defRPr>
                <a:solidFill>
                  <a:schemeClr val="tx1"/>
                </a:solidFill>
              </a:defRPr>
            </a:lvl4pPr>
            <a:lvl5pPr marL="685800" indent="0">
              <a:lnSpc>
                <a:spcPct val="100000"/>
              </a:lnSpc>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157987AA-E4E6-4FC1-BAD8-09A952212C58}" type="datetime1">
              <a:rPr lang="en-US" smtClean="0"/>
              <a:pPr/>
              <a:t>8/19/26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3" name="Straight Connector 2">
            <a:extLst>
              <a:ext uri="{FF2B5EF4-FFF2-40B4-BE49-F238E27FC236}">
                <a16:creationId xmlns:a16="http://schemas.microsoft.com/office/drawing/2014/main" id="{6DCA1022-3377-EB7D-8261-EDD841636BE3}"/>
              </a:ext>
              <a:ext uri="{C183D7F6-B498-43B3-948B-1728B52AA6E4}">
                <adec:decorative xmlns:adec="http://schemas.microsoft.com/office/drawing/2017/decorative" val="1"/>
              </a:ext>
            </a:extLst>
          </p:cNvPr>
          <p:cNvCxnSpPr>
            <a:cxnSpLocks/>
          </p:cNvCxnSpPr>
          <p:nvPr/>
        </p:nvCxnSpPr>
        <p:spPr>
          <a:xfrm>
            <a:off x="0" y="904596"/>
            <a:ext cx="603146"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52800896"/>
      </p:ext>
    </p:extLst>
  </p:cSld>
  <p:clrMapOvr>
    <a:overrideClrMapping bg1="dk1" tx1="lt1" bg2="dk2" tx2="lt2" accent1="accent1" accent2="accent2" accent3="accent3" accent4="accent4" accent5="accent5" accent6="accent6" hlink="hlink" folHlink="folHlink"/>
  </p:clrMapOvr>
  <p:hf sldNum="0"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816103" y="816102"/>
            <a:ext cx="6323075" cy="1381515"/>
          </a:xfrm>
        </p:spPr>
        <p:txBody>
          <a:bodyPr anchor="t" anchorCtr="0">
            <a:noAutofit/>
          </a:bodyPr>
          <a:lstStyle>
            <a:lvl1pPr>
              <a:defRPr sz="4500" cap="all" baseline="0">
                <a:solidFill>
                  <a:schemeClr val="tx1"/>
                </a:solidFill>
              </a:defRPr>
            </a:lvl1pPr>
          </a:lstStyle>
          <a:p>
            <a:r>
              <a:rPr lang="en-US"/>
              <a:t>Click to edit Master title style</a:t>
            </a:r>
            <a:endParaRPr lang="en-US" dirty="0"/>
          </a:p>
        </p:txBody>
      </p:sp>
      <p:sp>
        <p:nvSpPr>
          <p:cNvPr id="8" name="Content Placeholder 6">
            <a:extLst>
              <a:ext uri="{FF2B5EF4-FFF2-40B4-BE49-F238E27FC236}">
                <a16:creationId xmlns:a16="http://schemas.microsoft.com/office/drawing/2014/main" id="{C06F55DC-E754-4B2B-C0AE-962C82565D0D}"/>
              </a:ext>
            </a:extLst>
          </p:cNvPr>
          <p:cNvSpPr>
            <a:spLocks noGrp="1"/>
          </p:cNvSpPr>
          <p:nvPr>
            <p:ph sz="quarter" idx="14"/>
          </p:nvPr>
        </p:nvSpPr>
        <p:spPr>
          <a:xfrm>
            <a:off x="807910" y="3185019"/>
            <a:ext cx="6322979" cy="1206006"/>
          </a:xfrm>
        </p:spPr>
        <p:txBody>
          <a:bodyPr anchor="b">
            <a:noAutofit/>
          </a:bodyPr>
          <a:lstStyle>
            <a:lvl1pPr marL="0" indent="0">
              <a:lnSpc>
                <a:spcPct val="100000"/>
              </a:lnSpc>
              <a:buNone/>
              <a:defRPr sz="1500">
                <a:solidFill>
                  <a:schemeClr val="tx1"/>
                </a:solidFill>
              </a:defRPr>
            </a:lvl1pPr>
            <a:lvl2pPr marL="171450" indent="0">
              <a:lnSpc>
                <a:spcPct val="100000"/>
              </a:lnSpc>
              <a:buNone/>
              <a:defRPr sz="1500">
                <a:solidFill>
                  <a:schemeClr val="tx1"/>
                </a:solidFill>
              </a:defRPr>
            </a:lvl2pPr>
            <a:lvl3pPr marL="342900" indent="0">
              <a:lnSpc>
                <a:spcPct val="100000"/>
              </a:lnSpc>
              <a:buNone/>
              <a:defRPr sz="1500">
                <a:solidFill>
                  <a:schemeClr val="tx1"/>
                </a:solidFill>
              </a:defRPr>
            </a:lvl3pPr>
            <a:lvl4pPr marL="514350" indent="0">
              <a:lnSpc>
                <a:spcPct val="100000"/>
              </a:lnSpc>
              <a:buNone/>
              <a:defRPr sz="1500">
                <a:solidFill>
                  <a:schemeClr val="tx1"/>
                </a:solidFill>
              </a:defRPr>
            </a:lvl4pPr>
            <a:lvl5pPr marL="685800" indent="0">
              <a:lnSpc>
                <a:spcPct val="100000"/>
              </a:lnSpc>
              <a:buNone/>
              <a:defRPr sz="15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043CF65F-0E21-48DE-8D75-4BF66A547E8E}" type="datetime1">
              <a:rPr lang="en-US" smtClean="0"/>
              <a:pPr/>
              <a:t>8/19/26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3" name="Straight Connector 2">
            <a:extLst>
              <a:ext uri="{FF2B5EF4-FFF2-40B4-BE49-F238E27FC236}">
                <a16:creationId xmlns:a16="http://schemas.microsoft.com/office/drawing/2014/main" id="{FC829929-F774-AF4E-F1BE-2DA3C43D0DAC}"/>
              </a:ext>
              <a:ext uri="{C183D7F6-B498-43B3-948B-1728B52AA6E4}">
                <adec:decorative xmlns:adec="http://schemas.microsoft.com/office/drawing/2017/decorative" val="1"/>
              </a:ext>
            </a:extLst>
          </p:cNvPr>
          <p:cNvCxnSpPr>
            <a:cxnSpLocks/>
          </p:cNvCxnSpPr>
          <p:nvPr/>
        </p:nvCxnSpPr>
        <p:spPr>
          <a:xfrm>
            <a:off x="0" y="904596"/>
            <a:ext cx="603146"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21868123"/>
      </p:ext>
    </p:extLst>
  </p:cSld>
  <p:clrMapOvr>
    <a:overrideClrMapping bg1="dk1" tx1="lt1" bg2="dk2" tx2="lt2" accent1="accent1" accent2="accent2" accent3="accent3" accent4="accent4" accent5="accent5" accent6="accent6" hlink="hlink" folHlink="folHlink"/>
  </p:clrMapOvr>
  <p:hf sldNum="0"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928293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E4438DC-3CEE-4170-9B1C-BAC05CD8C3B5}"/>
              </a:ext>
            </a:extLst>
          </p:cNvPr>
          <p:cNvSpPr>
            <a:spLocks noGrp="1"/>
          </p:cNvSpPr>
          <p:nvPr>
            <p:ph type="title"/>
          </p:nvPr>
        </p:nvSpPr>
        <p:spPr>
          <a:xfrm>
            <a:off x="816102" y="817684"/>
            <a:ext cx="7442073" cy="701987"/>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7C19D24-DCBE-47F9-8B85-8A118B02B3C9}"/>
              </a:ext>
            </a:extLst>
          </p:cNvPr>
          <p:cNvSpPr>
            <a:spLocks noGrp="1"/>
          </p:cNvSpPr>
          <p:nvPr>
            <p:ph type="body" idx="1"/>
          </p:nvPr>
        </p:nvSpPr>
        <p:spPr>
          <a:xfrm>
            <a:off x="816102" y="1589809"/>
            <a:ext cx="7442073" cy="31250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FD1D5844-8163-4D82-BEFC-BC2D8D511B7E}"/>
              </a:ext>
            </a:extLst>
          </p:cNvPr>
          <p:cNvSpPr>
            <a:spLocks noGrp="1"/>
          </p:cNvSpPr>
          <p:nvPr>
            <p:ph type="ftr" sz="quarter" idx="3"/>
          </p:nvPr>
        </p:nvSpPr>
        <p:spPr>
          <a:xfrm>
            <a:off x="816102" y="4829175"/>
            <a:ext cx="6422070" cy="314325"/>
          </a:xfrm>
          <a:prstGeom prst="rect">
            <a:avLst/>
          </a:prstGeom>
        </p:spPr>
        <p:txBody>
          <a:bodyPr vert="horz" lIns="91440" tIns="45720" rIns="91440" bIns="45720" rtlCol="0" anchor="ctr"/>
          <a:lstStyle>
            <a:lvl1pPr algn="l" rtl="0">
              <a:defRPr sz="675">
                <a:solidFill>
                  <a:schemeClr val="tx1"/>
                </a:solidFill>
              </a:defRPr>
            </a:lvl1pPr>
          </a:lstStyle>
          <a:p>
            <a:endParaRPr lang="en-US" dirty="0"/>
          </a:p>
        </p:txBody>
      </p:sp>
      <p:sp>
        <p:nvSpPr>
          <p:cNvPr id="4" name="Date Placeholder 3">
            <a:extLst>
              <a:ext uri="{FF2B5EF4-FFF2-40B4-BE49-F238E27FC236}">
                <a16:creationId xmlns:a16="http://schemas.microsoft.com/office/drawing/2014/main" id="{334F5788-BDCE-49E2-80AE-31C739C6A0CE}"/>
              </a:ext>
            </a:extLst>
          </p:cNvPr>
          <p:cNvSpPr>
            <a:spLocks noGrp="1"/>
          </p:cNvSpPr>
          <p:nvPr>
            <p:ph type="dt" sz="half" idx="2"/>
          </p:nvPr>
        </p:nvSpPr>
        <p:spPr>
          <a:xfrm>
            <a:off x="7238172" y="4829175"/>
            <a:ext cx="648528" cy="314325"/>
          </a:xfrm>
          <a:prstGeom prst="rect">
            <a:avLst/>
          </a:prstGeom>
        </p:spPr>
        <p:txBody>
          <a:bodyPr vert="horz" lIns="91440" tIns="45720" rIns="91440" bIns="45720" rtlCol="0" anchor="ctr"/>
          <a:lstStyle>
            <a:lvl1pPr algn="l" rtl="0">
              <a:defRPr sz="675">
                <a:solidFill>
                  <a:schemeClr val="tx1"/>
                </a:solidFill>
              </a:defRPr>
            </a:lvl1pPr>
          </a:lstStyle>
          <a:p>
            <a:fld id="{2ABAD28B-DD56-4B56-883A-96608C765E28}" type="datetimeFigureOut">
              <a:rPr lang="en-US" smtClean="0"/>
              <a:pPr/>
              <a:t>8/19/26</a:t>
            </a:fld>
            <a:endParaRPr lang="en-US" dirty="0"/>
          </a:p>
        </p:txBody>
      </p:sp>
      <p:sp>
        <p:nvSpPr>
          <p:cNvPr id="6" name="Slide Number Placeholder 5">
            <a:extLst>
              <a:ext uri="{FF2B5EF4-FFF2-40B4-BE49-F238E27FC236}">
                <a16:creationId xmlns:a16="http://schemas.microsoft.com/office/drawing/2014/main" id="{22698A50-C435-4220-82C6-C8D62A7C9EB0}"/>
              </a:ext>
            </a:extLst>
          </p:cNvPr>
          <p:cNvSpPr>
            <a:spLocks noGrp="1"/>
          </p:cNvSpPr>
          <p:nvPr>
            <p:ph type="sldNum" sz="quarter" idx="4"/>
          </p:nvPr>
        </p:nvSpPr>
        <p:spPr>
          <a:xfrm>
            <a:off x="7892823" y="4829175"/>
            <a:ext cx="451077" cy="314325"/>
          </a:xfrm>
          <a:prstGeom prst="rect">
            <a:avLst/>
          </a:prstGeom>
        </p:spPr>
        <p:txBody>
          <a:bodyPr vert="horz" lIns="91440" tIns="45720" rIns="91440" bIns="45720" rtlCol="0" anchor="ctr"/>
          <a:lstStyle>
            <a:lvl1pPr algn="r" rtl="0">
              <a:defRPr sz="675">
                <a:solidFill>
                  <a:schemeClr val="tx1"/>
                </a:solidFill>
              </a:defRPr>
            </a:lvl1pPr>
          </a:lstStyle>
          <a:p>
            <a:fld id="{7DF5BAF5-ABAB-4575-8E56-D109A3D17F9F}" type="slidenum">
              <a:rPr lang="en-US" smtClean="0"/>
              <a:pPr/>
              <a:t>‹#›</a:t>
            </a:fld>
            <a:endParaRPr lang="en-US" dirty="0"/>
          </a:p>
        </p:txBody>
      </p:sp>
    </p:spTree>
    <p:extLst>
      <p:ext uri="{BB962C8B-B14F-4D97-AF65-F5344CB8AC3E}">
        <p14:creationId xmlns:p14="http://schemas.microsoft.com/office/powerpoint/2010/main" val="1165894781"/>
      </p:ext>
    </p:extLst>
  </p:cSld>
  <p:clrMap bg1="lt1" tx1="dk1" bg2="lt2" tx2="dk2" accent1="accent1" accent2="accent2" accent3="accent3" accent4="accent4" accent5="accent5" accent6="accent6" hlink="hlink" folHlink="folHlink"/>
  <p:sldLayoutIdLst>
    <p:sldLayoutId id="2147483680" r:id="rId1"/>
    <p:sldLayoutId id="2147483681" r:id="rId2"/>
    <p:sldLayoutId id="2147483682" r:id="rId3"/>
    <p:sldLayoutId id="2147483683" r:id="rId4"/>
    <p:sldLayoutId id="2147483684" r:id="rId5"/>
    <p:sldLayoutId id="2147483685" r:id="rId6"/>
    <p:sldLayoutId id="2147483686" r:id="rId7"/>
    <p:sldLayoutId id="2147483687" r:id="rId8"/>
    <p:sldLayoutId id="2147483688" r:id="rId9"/>
    <p:sldLayoutId id="2147483689" r:id="rId10"/>
    <p:sldLayoutId id="2147483690" r:id="rId11"/>
    <p:sldLayoutId id="2147483691" r:id="rId12"/>
    <p:sldLayoutId id="2147483692" r:id="rId13"/>
    <p:sldLayoutId id="2147483693" r:id="rId14"/>
    <p:sldLayoutId id="2147483694" r:id="rId15"/>
    <p:sldLayoutId id="2147483695" r:id="rId16"/>
    <p:sldLayoutId id="2147483696" r:id="rId17"/>
    <p:sldLayoutId id="2147483697" r:id="rId18"/>
    <p:sldLayoutId id="2147483698" r:id="rId19"/>
    <p:sldLayoutId id="2147483699" r:id="rId20"/>
    <p:sldLayoutId id="2147483700" r:id="rId21"/>
    <p:sldLayoutId id="2147483701" r:id="rId22"/>
    <p:sldLayoutId id="2147483702" r:id="rId23"/>
    <p:sldLayoutId id="2147483703" r:id="rId24"/>
    <p:sldLayoutId id="2147483704" r:id="rId25"/>
    <p:sldLayoutId id="2147483705" r:id="rId26"/>
    <p:sldLayoutId id="2147483706" r:id="rId27"/>
    <p:sldLayoutId id="2147483707" r:id="rId28"/>
  </p:sldLayoutIdLst>
  <p:hf sldNum="0" hdr="0" ftr="0" dt="0"/>
  <p:txStyles>
    <p:titleStyle>
      <a:lvl1pPr algn="l" defTabSz="685800" rtl="0" eaLnBrk="1" latinLnBrk="0" hangingPunct="1">
        <a:lnSpc>
          <a:spcPct val="85000"/>
        </a:lnSpc>
        <a:spcBef>
          <a:spcPct val="0"/>
        </a:spcBef>
        <a:buNone/>
        <a:defRPr sz="2700" b="1" kern="1200" cap="all" baseline="0">
          <a:solidFill>
            <a:schemeClr val="tx1"/>
          </a:solidFill>
          <a:latin typeface="+mj-lt"/>
          <a:ea typeface="+mj-ea"/>
          <a:cs typeface="+mj-cs"/>
        </a:defRPr>
      </a:lvl1pPr>
    </p:titleStyle>
    <p:bodyStyle>
      <a:lvl1pPr marL="0" indent="0" algn="l" defTabSz="685800" rtl="0" eaLnBrk="1" latinLnBrk="0" hangingPunct="1">
        <a:lnSpc>
          <a:spcPct val="130000"/>
        </a:lnSpc>
        <a:spcBef>
          <a:spcPts val="0"/>
        </a:spcBef>
        <a:buFont typeface="Neue Haas Grotesk Text Pro" panose="020B0504020202020204" pitchFamily="34" charset="0"/>
        <a:buNone/>
        <a:defRPr sz="1200" kern="1200">
          <a:solidFill>
            <a:schemeClr val="tx1"/>
          </a:solidFill>
          <a:latin typeface="+mn-lt"/>
          <a:ea typeface="+mn-ea"/>
          <a:cs typeface="+mn-cs"/>
        </a:defRPr>
      </a:lvl1pPr>
      <a:lvl2pPr marL="377190" indent="-171450" algn="l" defTabSz="685800" rtl="0" eaLnBrk="1" latinLnBrk="0" hangingPunct="1">
        <a:lnSpc>
          <a:spcPct val="130000"/>
        </a:lnSpc>
        <a:spcBef>
          <a:spcPts val="0"/>
        </a:spcBef>
        <a:buFont typeface="Neue Haas Grotesk Text Pro" panose="020B0504020202020204" pitchFamily="34" charset="0"/>
        <a:buChar char="-"/>
        <a:defRPr sz="1200" kern="1200">
          <a:solidFill>
            <a:schemeClr val="tx1"/>
          </a:solidFill>
          <a:latin typeface="+mn-lt"/>
          <a:ea typeface="+mn-ea"/>
          <a:cs typeface="+mn-cs"/>
        </a:defRPr>
      </a:lvl2pPr>
      <a:lvl3pPr marL="548640" indent="-171450" algn="l" defTabSz="685800" rtl="0" eaLnBrk="1" latinLnBrk="0" hangingPunct="1">
        <a:lnSpc>
          <a:spcPct val="130000"/>
        </a:lnSpc>
        <a:spcBef>
          <a:spcPts val="0"/>
        </a:spcBef>
        <a:buFont typeface="Neue Haas Grotesk Text Pro" panose="020B0504020202020204" pitchFamily="34" charset="0"/>
        <a:buChar char="-"/>
        <a:defRPr sz="1200" kern="1200">
          <a:solidFill>
            <a:schemeClr val="tx1"/>
          </a:solidFill>
          <a:latin typeface="+mn-lt"/>
          <a:ea typeface="+mn-ea"/>
          <a:cs typeface="+mn-cs"/>
        </a:defRPr>
      </a:lvl3pPr>
      <a:lvl4pPr marL="754380" indent="-171450" algn="l" defTabSz="685800" rtl="0" eaLnBrk="1" latinLnBrk="0" hangingPunct="1">
        <a:lnSpc>
          <a:spcPct val="130000"/>
        </a:lnSpc>
        <a:spcBef>
          <a:spcPts val="0"/>
        </a:spcBef>
        <a:buFont typeface="Neue Haas Grotesk Text Pro" panose="020B0504020202020204" pitchFamily="34" charset="0"/>
        <a:buChar char="-"/>
        <a:defRPr sz="1200" kern="1200">
          <a:solidFill>
            <a:schemeClr val="tx1"/>
          </a:solidFill>
          <a:latin typeface="+mn-lt"/>
          <a:ea typeface="+mn-ea"/>
          <a:cs typeface="+mn-cs"/>
        </a:defRPr>
      </a:lvl4pPr>
      <a:lvl5pPr marL="960120" indent="-171450" algn="l" defTabSz="685800" rtl="0" eaLnBrk="1" latinLnBrk="0" hangingPunct="1">
        <a:lnSpc>
          <a:spcPct val="130000"/>
        </a:lnSpc>
        <a:spcBef>
          <a:spcPts val="0"/>
        </a:spcBef>
        <a:buFont typeface="Neue Haas Grotesk Text Pro" panose="020B0504020202020204" pitchFamily="34" charset="0"/>
        <a:buChar char="-"/>
        <a:defRPr sz="12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5" pos="744">
          <p15:clr>
            <a:srgbClr val="F26B43"/>
          </p15:clr>
        </p15:guide>
        <p15:guide id="6">
          <p15:clr>
            <a:srgbClr val="F26B43"/>
          </p15:clr>
        </p15:guide>
        <p15:guide id="8" pos="6936">
          <p15:clr>
            <a:srgbClr val="F26B43"/>
          </p15:clr>
        </p15:guide>
        <p15:guide id="10" orient="horz" pos="720">
          <p15:clr>
            <a:srgbClr val="F26B43"/>
          </p15:clr>
        </p15:guide>
        <p15:guide id="14" pos="6624">
          <p15:clr>
            <a:srgbClr val="F26B43"/>
          </p15:clr>
        </p15:guide>
        <p15:guide id="22" orient="horz" pos="360">
          <p15:clr>
            <a:srgbClr val="F26B43"/>
          </p15:clr>
        </p15:guide>
        <p15:guide id="23" orient="horz" pos="3960">
          <p15:clr>
            <a:srgbClr val="F26B43"/>
          </p15:clr>
        </p15:guide>
        <p15:guide id="24" orient="horz" pos="2160">
          <p15:clr>
            <a:srgbClr val="F26B43"/>
          </p15:clr>
        </p15:guide>
        <p15:guide id="25" pos="7680">
          <p15:clr>
            <a:srgbClr val="F26B43"/>
          </p15:clr>
        </p15:guide>
        <p15:guide id="26" pos="3840">
          <p15:clr>
            <a:srgbClr val="F26B43"/>
          </p15:clr>
        </p15:guide>
        <p15:guide id="27" pos="6168">
          <p15:clr>
            <a:srgbClr val="F26B43"/>
          </p15:clr>
        </p15:guide>
        <p15:guide id="28" pos="672">
          <p15:clr>
            <a:srgbClr val="F26B43"/>
          </p15:clr>
        </p15:guide>
        <p15:guide id="29" pos="7008">
          <p15:clr>
            <a:srgbClr val="F26B43"/>
          </p15:clr>
        </p15:guide>
        <p15:guide id="30" orient="horz" pos="4056">
          <p15:clr>
            <a:srgbClr val="F26B43"/>
          </p15:clr>
        </p15:guide>
        <p15:guide id="31" orient="horz" pos="3648">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8.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8.xml"/><Relationship Id="rId5" Type="http://schemas.openxmlformats.org/officeDocument/2006/relationships/image" Target="../media/image9.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8.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amedevkfupm/swe402/" TargetMode="External"/><Relationship Id="rId2" Type="http://schemas.openxmlformats.org/officeDocument/2006/relationships/notesSlide" Target="../notesSlides/notesSlide11.xml"/><Relationship Id="rId1" Type="http://schemas.openxmlformats.org/officeDocument/2006/relationships/slideLayout" Target="../slideLayouts/slideLayout28.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28.xml"/><Relationship Id="rId5" Type="http://schemas.openxmlformats.org/officeDocument/2006/relationships/image" Target="../media/image19.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28.xml"/><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a:effectLst/>
      </p:bgPr>
    </p:bg>
    <p:spTree>
      <p:nvGrpSpPr>
        <p:cNvPr id="1" name=""/>
        <p:cNvGrpSpPr/>
        <p:nvPr/>
      </p:nvGrpSpPr>
      <p:grpSpPr>
        <a:xfrm>
          <a:off x="0" y="0"/>
          <a:ext cx="0" cy="0"/>
          <a:chOff x="0" y="0"/>
          <a:chExt cx="0" cy="0"/>
        </a:xfrm>
      </p:grpSpPr>
      <p:sp>
        <p:nvSpPr>
          <p:cNvPr id="3" name="Shape 0"/>
          <p:cNvSpPr/>
          <p:nvPr/>
        </p:nvSpPr>
        <p:spPr>
          <a:xfrm>
            <a:off x="609600" y="2081212"/>
            <a:ext cx="3743325" cy="1095375"/>
          </a:xfrm>
          <a:prstGeom prst="rect">
            <a:avLst/>
          </a:prstGeom>
          <a:noFill/>
          <a:ln/>
        </p:spPr>
        <p:txBody>
          <a:bodyPr/>
          <a:lstStyle/>
          <a:p>
            <a:endParaRPr lang="en-US"/>
          </a:p>
        </p:txBody>
      </p:sp>
      <p:sp>
        <p:nvSpPr>
          <p:cNvPr id="5" name="Text 1"/>
          <p:cNvSpPr/>
          <p:nvPr/>
        </p:nvSpPr>
        <p:spPr>
          <a:xfrm>
            <a:off x="609600" y="4507706"/>
            <a:ext cx="6915150" cy="238125"/>
          </a:xfrm>
          <a:prstGeom prst="rect">
            <a:avLst/>
          </a:prstGeom>
          <a:noFill/>
          <a:ln/>
        </p:spPr>
        <p:txBody>
          <a:bodyPr wrap="square" rtlCol="0" anchor="ctr"/>
          <a:lstStyle/>
          <a:p>
            <a:pPr marL="0" indent="0" algn="l">
              <a:lnSpc>
                <a:spcPts val="1890"/>
              </a:lnSpc>
              <a:buNone/>
            </a:pPr>
            <a:r>
              <a:rPr lang="en-US" sz="1350" b="1" kern="0" spc="-13" dirty="0">
                <a:solidFill>
                  <a:srgbClr val="FFFFFF">
                    <a:alpha val="99000"/>
                  </a:srgbClr>
                </a:solidFill>
                <a:latin typeface="Inter" pitchFamily="34" charset="0"/>
                <a:ea typeface="Inter" pitchFamily="34" charset="-122"/>
                <a:cs typeface="Inter" pitchFamily="34" charset="-120"/>
              </a:rPr>
              <a:t>Dr. Omar Hammad, KFUPM</a:t>
            </a:r>
            <a:endParaRPr lang="en-US" sz="1350" dirty="0"/>
          </a:p>
        </p:txBody>
      </p:sp>
      <p:sp>
        <p:nvSpPr>
          <p:cNvPr id="6" name="Text 2"/>
          <p:cNvSpPr/>
          <p:nvPr/>
        </p:nvSpPr>
        <p:spPr>
          <a:xfrm>
            <a:off x="609600" y="514350"/>
            <a:ext cx="4200525" cy="238125"/>
          </a:xfrm>
          <a:prstGeom prst="rect">
            <a:avLst/>
          </a:prstGeom>
          <a:noFill/>
          <a:ln/>
        </p:spPr>
        <p:txBody>
          <a:bodyPr wrap="square" rtlCol="0" anchor="ctr"/>
          <a:lstStyle/>
          <a:p>
            <a:pPr marL="0" indent="0" algn="l">
              <a:lnSpc>
                <a:spcPts val="1890"/>
              </a:lnSpc>
              <a:buNone/>
            </a:pPr>
            <a:r>
              <a:rPr lang="en-US" sz="1350" kern="0" spc="-13" dirty="0">
                <a:solidFill>
                  <a:srgbClr val="FFFFFF">
                    <a:alpha val="99000"/>
                  </a:srgbClr>
                </a:solidFill>
                <a:latin typeface="Inter" pitchFamily="34" charset="0"/>
                <a:ea typeface="Inter" pitchFamily="34" charset="-122"/>
                <a:cs typeface="Inter" pitchFamily="34" charset="-120"/>
              </a:rPr>
              <a:t>Game Programming, KFUPM </a:t>
            </a:r>
            <a:endParaRPr lang="en-US" sz="1350" dirty="0"/>
          </a:p>
        </p:txBody>
      </p:sp>
      <p:sp>
        <p:nvSpPr>
          <p:cNvPr id="7" name="Text 3"/>
          <p:cNvSpPr/>
          <p:nvPr/>
        </p:nvSpPr>
        <p:spPr>
          <a:xfrm>
            <a:off x="609600" y="752475"/>
            <a:ext cx="4200525" cy="238125"/>
          </a:xfrm>
          <a:prstGeom prst="rect">
            <a:avLst/>
          </a:prstGeom>
          <a:noFill/>
          <a:ln/>
        </p:spPr>
        <p:txBody>
          <a:bodyPr wrap="square" rtlCol="0" anchor="ctr"/>
          <a:lstStyle/>
          <a:p>
            <a:pPr marL="0" indent="0" algn="l">
              <a:lnSpc>
                <a:spcPts val="1890"/>
              </a:lnSpc>
              <a:buNone/>
            </a:pPr>
            <a:r>
              <a:rPr lang="en-US" sz="1350" kern="0" spc="-13" dirty="0">
                <a:solidFill>
                  <a:srgbClr val="FFFFFF">
                    <a:alpha val="99000"/>
                  </a:srgbClr>
                </a:solidFill>
                <a:latin typeface="Inter" pitchFamily="34" charset="0"/>
                <a:ea typeface="Inter" pitchFamily="34" charset="-122"/>
                <a:cs typeface="Inter" pitchFamily="34" charset="-120"/>
              </a:rPr>
              <a:t>SWE 402, Lecture 1 </a:t>
            </a:r>
            <a:endParaRPr lang="en-US" sz="1350" dirty="0"/>
          </a:p>
        </p:txBody>
      </p:sp>
      <p:sp>
        <p:nvSpPr>
          <p:cNvPr id="8" name="Text 4"/>
          <p:cNvSpPr/>
          <p:nvPr/>
        </p:nvSpPr>
        <p:spPr>
          <a:xfrm>
            <a:off x="609600" y="2081212"/>
            <a:ext cx="3857469" cy="1095375"/>
          </a:xfrm>
          <a:prstGeom prst="rect">
            <a:avLst/>
          </a:prstGeom>
          <a:noFill/>
          <a:ln/>
        </p:spPr>
        <p:txBody>
          <a:bodyPr wrap="square" rtlCol="0" anchor="ctr"/>
          <a:lstStyle/>
          <a:p>
            <a:pPr marL="0" indent="0" algn="l">
              <a:lnSpc>
                <a:spcPts val="4320"/>
              </a:lnSpc>
              <a:buNone/>
            </a:pPr>
            <a:r>
              <a:rPr lang="en-US" sz="3600" b="1" kern="0" spc="-72" dirty="0">
                <a:solidFill>
                  <a:srgbClr val="FFFFFF">
                    <a:alpha val="99000"/>
                  </a:srgbClr>
                </a:solidFill>
                <a:latin typeface="Inter" pitchFamily="34" charset="0"/>
                <a:ea typeface="Inter" pitchFamily="34" charset="-122"/>
                <a:cs typeface="Inter" pitchFamily="34" charset="-120"/>
              </a:rPr>
              <a:t>Introduction to Game Dev Course</a:t>
            </a:r>
            <a:endParaRPr lang="en-US" sz="3600" dirty="0"/>
          </a:p>
        </p:txBody>
      </p:sp>
      <p:pic>
        <p:nvPicPr>
          <p:cNvPr id="9" name="Picture 8">
            <a:extLst>
              <a:ext uri="{FF2B5EF4-FFF2-40B4-BE49-F238E27FC236}">
                <a16:creationId xmlns:a16="http://schemas.microsoft.com/office/drawing/2014/main" id="{E1B37A79-E626-3DB0-B7A0-78652B9205B2}"/>
              </a:ext>
            </a:extLst>
          </p:cNvPr>
          <p:cNvPicPr>
            <a:picLocks noChangeAspect="1"/>
          </p:cNvPicPr>
          <p:nvPr/>
        </p:nvPicPr>
        <p:blipFill>
          <a:blip r:embed="rId3"/>
          <a:stretch>
            <a:fillRect/>
          </a:stretch>
        </p:blipFill>
        <p:spPr>
          <a:xfrm>
            <a:off x="4136048" y="180607"/>
            <a:ext cx="4896583" cy="489658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a:effectLst/>
      </p:bgPr>
    </p:bg>
    <p:spTree>
      <p:nvGrpSpPr>
        <p:cNvPr id="1" name=""/>
        <p:cNvGrpSpPr/>
        <p:nvPr/>
      </p:nvGrpSpPr>
      <p:grpSpPr>
        <a:xfrm>
          <a:off x="0" y="0"/>
          <a:ext cx="0" cy="0"/>
          <a:chOff x="0" y="0"/>
          <a:chExt cx="0" cy="0"/>
        </a:xfrm>
      </p:grpSpPr>
      <p:sp>
        <p:nvSpPr>
          <p:cNvPr id="3" name="Text 0"/>
          <p:cNvSpPr/>
          <p:nvPr/>
        </p:nvSpPr>
        <p:spPr>
          <a:xfrm>
            <a:off x="609600" y="493898"/>
            <a:ext cx="3600450" cy="342900"/>
          </a:xfrm>
          <a:prstGeom prst="rect">
            <a:avLst/>
          </a:prstGeom>
          <a:noFill/>
          <a:ln/>
        </p:spPr>
        <p:txBody>
          <a:bodyPr wrap="square" rtlCol="0" anchor="ctr"/>
          <a:lstStyle/>
          <a:p>
            <a:pPr marL="0" indent="0" algn="l">
              <a:lnSpc>
                <a:spcPts val="2700"/>
              </a:lnSpc>
              <a:buNone/>
            </a:pPr>
            <a:r>
              <a:rPr lang="en-US" sz="2250" b="1" kern="0" spc="-50" dirty="0">
                <a:solidFill>
                  <a:srgbClr val="FFFFFF">
                    <a:alpha val="99000"/>
                  </a:srgbClr>
                </a:solidFill>
                <a:latin typeface="Inter" pitchFamily="34" charset="0"/>
                <a:ea typeface="Inter" pitchFamily="34" charset="-122"/>
                <a:cs typeface="Inter" pitchFamily="34" charset="-120"/>
              </a:rPr>
              <a:t>Why Game Dev</a:t>
            </a:r>
            <a:endParaRPr lang="en-US" sz="2250" dirty="0"/>
          </a:p>
        </p:txBody>
      </p:sp>
      <p:sp>
        <p:nvSpPr>
          <p:cNvPr id="4" name="Text 1"/>
          <p:cNvSpPr/>
          <p:nvPr/>
        </p:nvSpPr>
        <p:spPr>
          <a:xfrm>
            <a:off x="609600" y="901944"/>
            <a:ext cx="3695700" cy="1428750"/>
          </a:xfrm>
          <a:prstGeom prst="rect">
            <a:avLst/>
          </a:prstGeom>
          <a:noFill/>
          <a:ln/>
        </p:spPr>
        <p:txBody>
          <a:bodyPr wrap="square" rtlCol="0" anchor="ctr"/>
          <a:lstStyle/>
          <a:p>
            <a:pPr marL="342900" indent="-342900">
              <a:lnSpc>
                <a:spcPts val="1890"/>
              </a:lnSpc>
              <a:buSzPct val="100000"/>
              <a:buChar char="•"/>
            </a:pPr>
            <a:r>
              <a:rPr lang="en-US" sz="1350" kern="0" spc="-13" dirty="0">
                <a:solidFill>
                  <a:srgbClr val="FFFFFF">
                    <a:alpha val="99000"/>
                  </a:srgbClr>
                </a:solidFill>
                <a:latin typeface="Inter" pitchFamily="34" charset="0"/>
                <a:ea typeface="Inter" pitchFamily="34" charset="-122"/>
                <a:cs typeface="Inter" pitchFamily="34" charset="-120"/>
              </a:rPr>
              <a:t>National priority </a:t>
            </a:r>
          </a:p>
          <a:p>
            <a:pPr marL="342900" indent="-342900">
              <a:lnSpc>
                <a:spcPts val="1890"/>
              </a:lnSpc>
              <a:buSzPct val="100000"/>
              <a:buChar char="•"/>
            </a:pPr>
            <a:r>
              <a:rPr lang="en-US" sz="1350" kern="0" spc="-13" dirty="0">
                <a:solidFill>
                  <a:srgbClr val="FFFFFF">
                    <a:alpha val="99000"/>
                  </a:srgbClr>
                </a:solidFill>
                <a:latin typeface="Inter" pitchFamily="34" charset="0"/>
                <a:ea typeface="Inter" pitchFamily="34" charset="-122"/>
                <a:cs typeface="Inter" pitchFamily="34" charset="-120"/>
              </a:rPr>
              <a:t>Strong Career </a:t>
            </a:r>
          </a:p>
          <a:p>
            <a:pPr marL="342900" indent="-342900">
              <a:lnSpc>
                <a:spcPts val="1890"/>
              </a:lnSpc>
              <a:buSzPct val="100000"/>
              <a:buChar char="•"/>
            </a:pPr>
            <a:r>
              <a:rPr lang="en-US" sz="1350" kern="0" spc="-13" dirty="0">
                <a:solidFill>
                  <a:srgbClr val="FFFFFF">
                    <a:alpha val="99000"/>
                  </a:srgbClr>
                </a:solidFill>
                <a:latin typeface="Inter" pitchFamily="34" charset="0"/>
                <a:ea typeface="Inter" pitchFamily="34" charset="-122"/>
                <a:cs typeface="Inter" pitchFamily="34" charset="-120"/>
              </a:rPr>
              <a:t>Startup opportunities</a:t>
            </a:r>
          </a:p>
          <a:p>
            <a:pPr marL="342900" indent="-342900">
              <a:lnSpc>
                <a:spcPts val="1890"/>
              </a:lnSpc>
              <a:buSzPct val="100000"/>
              <a:buChar char="•"/>
            </a:pPr>
            <a:r>
              <a:rPr lang="en-US" sz="1350" kern="0" spc="-13" dirty="0">
                <a:solidFill>
                  <a:srgbClr val="FFFFFF">
                    <a:alpha val="99000"/>
                  </a:srgbClr>
                </a:solidFill>
                <a:latin typeface="Inter" pitchFamily="34" charset="0"/>
                <a:ea typeface="Inter" pitchFamily="34" charset="-122"/>
                <a:cs typeface="Inter" pitchFamily="34" charset="-120"/>
              </a:rPr>
              <a:t>Export our culture </a:t>
            </a:r>
          </a:p>
        </p:txBody>
      </p:sp>
      <p:pic>
        <p:nvPicPr>
          <p:cNvPr id="2" name="Picture 1">
            <a:extLst>
              <a:ext uri="{FF2B5EF4-FFF2-40B4-BE49-F238E27FC236}">
                <a16:creationId xmlns:a16="http://schemas.microsoft.com/office/drawing/2014/main" id="{806B62FF-E9A3-A7D7-12EA-D65BF847E0DC}"/>
              </a:ext>
            </a:extLst>
          </p:cNvPr>
          <p:cNvPicPr>
            <a:picLocks noChangeAspect="1"/>
          </p:cNvPicPr>
          <p:nvPr/>
        </p:nvPicPr>
        <p:blipFill>
          <a:blip r:embed="rId3"/>
          <a:stretch>
            <a:fillRect/>
          </a:stretch>
        </p:blipFill>
        <p:spPr>
          <a:xfrm rot="20700000">
            <a:off x="3307892" y="1089485"/>
            <a:ext cx="2867239" cy="2001768"/>
          </a:xfrm>
          <a:prstGeom prst="rect">
            <a:avLst/>
          </a:prstGeom>
        </p:spPr>
      </p:pic>
      <p:pic>
        <p:nvPicPr>
          <p:cNvPr id="6" name="Picture 5">
            <a:extLst>
              <a:ext uri="{FF2B5EF4-FFF2-40B4-BE49-F238E27FC236}">
                <a16:creationId xmlns:a16="http://schemas.microsoft.com/office/drawing/2014/main" id="{A5094447-EB9A-FA2F-ADA4-7C84CCB384E2}"/>
              </a:ext>
            </a:extLst>
          </p:cNvPr>
          <p:cNvPicPr>
            <a:picLocks noChangeAspect="1"/>
          </p:cNvPicPr>
          <p:nvPr/>
        </p:nvPicPr>
        <p:blipFill>
          <a:blip r:embed="rId4"/>
          <a:stretch>
            <a:fillRect/>
          </a:stretch>
        </p:blipFill>
        <p:spPr>
          <a:xfrm rot="1042023">
            <a:off x="5779955" y="1039602"/>
            <a:ext cx="2894637" cy="2533974"/>
          </a:xfrm>
          <a:prstGeom prst="rect">
            <a:avLst/>
          </a:prstGeom>
        </p:spPr>
      </p:pic>
      <p:sp>
        <p:nvSpPr>
          <p:cNvPr id="8" name="TextBox 7">
            <a:extLst>
              <a:ext uri="{FF2B5EF4-FFF2-40B4-BE49-F238E27FC236}">
                <a16:creationId xmlns:a16="http://schemas.microsoft.com/office/drawing/2014/main" id="{8E8DFDB7-793F-69B1-0848-4AC67723DC7F}"/>
              </a:ext>
            </a:extLst>
          </p:cNvPr>
          <p:cNvSpPr txBox="1"/>
          <p:nvPr/>
        </p:nvSpPr>
        <p:spPr>
          <a:xfrm>
            <a:off x="556845" y="4228793"/>
            <a:ext cx="7804739" cy="215444"/>
          </a:xfrm>
          <a:prstGeom prst="rect">
            <a:avLst/>
          </a:prstGeom>
          <a:noFill/>
        </p:spPr>
        <p:txBody>
          <a:bodyPr wrap="square">
            <a:spAutoFit/>
          </a:bodyPr>
          <a:lstStyle/>
          <a:p>
            <a:r>
              <a:rPr lang="en-US" sz="800" dirty="0">
                <a:solidFill>
                  <a:schemeClr val="bg1"/>
                </a:solidFill>
              </a:rPr>
              <a:t>https://</a:t>
            </a:r>
            <a:r>
              <a:rPr lang="en-US" sz="800" dirty="0" err="1">
                <a:solidFill>
                  <a:schemeClr val="bg1"/>
                </a:solidFill>
              </a:rPr>
              <a:t>www.neom.com</a:t>
            </a:r>
            <a:r>
              <a:rPr lang="en-US" sz="800" dirty="0">
                <a:solidFill>
                  <a:schemeClr val="bg1"/>
                </a:solidFill>
              </a:rPr>
              <a:t>/</a:t>
            </a:r>
            <a:r>
              <a:rPr lang="en-US" sz="800" dirty="0" err="1">
                <a:solidFill>
                  <a:schemeClr val="bg1"/>
                </a:solidFill>
              </a:rPr>
              <a:t>en</a:t>
            </a:r>
            <a:r>
              <a:rPr lang="en-US" sz="800" dirty="0">
                <a:solidFill>
                  <a:schemeClr val="bg1"/>
                </a:solidFill>
              </a:rPr>
              <a:t>-us/newsroom/NEOM-Gaming-Accelerator-Welcomes-Largest-Ever-Cycle-of-Startup-Studios?utm_source=</a:t>
            </a:r>
            <a:r>
              <a:rPr lang="en-US" sz="800" dirty="0" err="1">
                <a:solidFill>
                  <a:schemeClr val="bg1"/>
                </a:solidFill>
              </a:rPr>
              <a:t>chatgpt.com</a:t>
            </a:r>
            <a:endParaRPr lang="en-US" sz="800" dirty="0">
              <a:solidFill>
                <a:schemeClr val="bg1"/>
              </a:solidFill>
            </a:endParaRPr>
          </a:p>
        </p:txBody>
      </p:sp>
      <p:sp>
        <p:nvSpPr>
          <p:cNvPr id="10" name="TextBox 9">
            <a:extLst>
              <a:ext uri="{FF2B5EF4-FFF2-40B4-BE49-F238E27FC236}">
                <a16:creationId xmlns:a16="http://schemas.microsoft.com/office/drawing/2014/main" id="{EFCDE35C-6B46-F0D9-57CD-0748DE74DBEF}"/>
              </a:ext>
            </a:extLst>
          </p:cNvPr>
          <p:cNvSpPr txBox="1"/>
          <p:nvPr/>
        </p:nvSpPr>
        <p:spPr>
          <a:xfrm>
            <a:off x="556845" y="4379053"/>
            <a:ext cx="6717323" cy="215444"/>
          </a:xfrm>
          <a:prstGeom prst="rect">
            <a:avLst/>
          </a:prstGeom>
          <a:noFill/>
        </p:spPr>
        <p:txBody>
          <a:bodyPr wrap="square">
            <a:spAutoFit/>
          </a:bodyPr>
          <a:lstStyle/>
          <a:p>
            <a:r>
              <a:rPr lang="en-US" sz="800" dirty="0">
                <a:solidFill>
                  <a:schemeClr val="bg1"/>
                </a:solidFill>
              </a:rPr>
              <a:t>https://impact46.sa/saudi-vc-impact46-makes-sar-200m-bet-on-baloot-developer-in-landmark-gaming-deal/?</a:t>
            </a:r>
            <a:r>
              <a:rPr lang="en-US" sz="800" dirty="0" err="1">
                <a:solidFill>
                  <a:schemeClr val="bg1"/>
                </a:solidFill>
              </a:rPr>
              <a:t>utm_source</a:t>
            </a:r>
            <a:r>
              <a:rPr lang="en-US" sz="800" dirty="0">
                <a:solidFill>
                  <a:schemeClr val="bg1"/>
                </a:solidFill>
              </a:rPr>
              <a:t>=</a:t>
            </a:r>
            <a:r>
              <a:rPr lang="en-US" sz="800" dirty="0" err="1">
                <a:solidFill>
                  <a:schemeClr val="bg1"/>
                </a:solidFill>
              </a:rPr>
              <a:t>chatgpt.com</a:t>
            </a:r>
            <a:endParaRPr lang="en-US" sz="800" dirty="0">
              <a:solidFill>
                <a:schemeClr val="bg1"/>
              </a:solidFill>
            </a:endParaRPr>
          </a:p>
        </p:txBody>
      </p:sp>
      <p:pic>
        <p:nvPicPr>
          <p:cNvPr id="14" name="Picture 13">
            <a:extLst>
              <a:ext uri="{FF2B5EF4-FFF2-40B4-BE49-F238E27FC236}">
                <a16:creationId xmlns:a16="http://schemas.microsoft.com/office/drawing/2014/main" id="{705AE4D2-E88D-0EE1-7A8E-137FB7F87360}"/>
              </a:ext>
            </a:extLst>
          </p:cNvPr>
          <p:cNvPicPr>
            <a:picLocks noChangeAspect="1"/>
          </p:cNvPicPr>
          <p:nvPr/>
        </p:nvPicPr>
        <p:blipFill>
          <a:blip r:embed="rId5"/>
          <a:stretch>
            <a:fillRect/>
          </a:stretch>
        </p:blipFill>
        <p:spPr>
          <a:xfrm>
            <a:off x="3434861" y="3130803"/>
            <a:ext cx="5214771" cy="594788"/>
          </a:xfrm>
          <a:prstGeom prst="rect">
            <a:avLst/>
          </a:prstGeom>
        </p:spPr>
      </p:pic>
      <p:sp>
        <p:nvSpPr>
          <p:cNvPr id="16" name="TextBox 15">
            <a:extLst>
              <a:ext uri="{FF2B5EF4-FFF2-40B4-BE49-F238E27FC236}">
                <a16:creationId xmlns:a16="http://schemas.microsoft.com/office/drawing/2014/main" id="{8F9921B3-8211-7402-7311-7B5C6B3963E1}"/>
              </a:ext>
            </a:extLst>
          </p:cNvPr>
          <p:cNvSpPr txBox="1"/>
          <p:nvPr/>
        </p:nvSpPr>
        <p:spPr>
          <a:xfrm>
            <a:off x="556845" y="4525591"/>
            <a:ext cx="6717323" cy="215444"/>
          </a:xfrm>
          <a:prstGeom prst="rect">
            <a:avLst/>
          </a:prstGeom>
          <a:noFill/>
        </p:spPr>
        <p:txBody>
          <a:bodyPr wrap="square">
            <a:spAutoFit/>
          </a:bodyPr>
          <a:lstStyle/>
          <a:p>
            <a:r>
              <a:rPr lang="en-US" sz="800" dirty="0">
                <a:solidFill>
                  <a:schemeClr val="bg1"/>
                </a:solidFill>
              </a:rPr>
              <a:t>https://</a:t>
            </a:r>
            <a:r>
              <a:rPr lang="en-US" sz="800" dirty="0" err="1">
                <a:solidFill>
                  <a:schemeClr val="bg1"/>
                </a:solidFill>
              </a:rPr>
              <a:t>www.pif.gov.sa</a:t>
            </a:r>
            <a:r>
              <a:rPr lang="en-US" sz="800" dirty="0">
                <a:solidFill>
                  <a:schemeClr val="bg1"/>
                </a:solidFill>
              </a:rPr>
              <a:t>/</a:t>
            </a:r>
            <a:r>
              <a:rPr lang="en-US" sz="800" dirty="0" err="1">
                <a:solidFill>
                  <a:schemeClr val="bg1"/>
                </a:solidFill>
              </a:rPr>
              <a:t>en</a:t>
            </a:r>
            <a:r>
              <a:rPr lang="en-US" sz="800" dirty="0">
                <a:solidFill>
                  <a:schemeClr val="bg1"/>
                </a:solidFill>
              </a:rPr>
              <a:t>/news-and-insights/newswire/2024/savvy-games-group-publishes-its-first-annual-report/?</a:t>
            </a:r>
            <a:r>
              <a:rPr lang="en-US" sz="800" dirty="0" err="1">
                <a:solidFill>
                  <a:schemeClr val="bg1"/>
                </a:solidFill>
              </a:rPr>
              <a:t>utm_source</a:t>
            </a:r>
            <a:r>
              <a:rPr lang="en-US" sz="800" dirty="0">
                <a:solidFill>
                  <a:schemeClr val="bg1"/>
                </a:solidFill>
              </a:rPr>
              <a:t>=</a:t>
            </a:r>
            <a:r>
              <a:rPr lang="en-US" sz="800" dirty="0" err="1">
                <a:solidFill>
                  <a:schemeClr val="bg1"/>
                </a:solidFill>
              </a:rPr>
              <a:t>chatgpt.com</a:t>
            </a:r>
            <a:endParaRPr lang="en-US" sz="800" dirty="0">
              <a:solidFill>
                <a:schemeClr val="bg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EAE6C64B-248C-3935-BB3B-513C62232937}"/>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4F88F0FB-0DBD-48AE-3C6E-48C7B2EBD00D}"/>
              </a:ext>
            </a:extLst>
          </p:cNvPr>
          <p:cNvSpPr/>
          <p:nvPr/>
        </p:nvSpPr>
        <p:spPr>
          <a:xfrm>
            <a:off x="2771775" y="2400300"/>
            <a:ext cx="3600450" cy="342900"/>
          </a:xfrm>
          <a:prstGeom prst="rect">
            <a:avLst/>
          </a:prstGeom>
          <a:noFill/>
          <a:ln/>
        </p:spPr>
        <p:txBody>
          <a:bodyPr wrap="square" rtlCol="0" anchor="ctr"/>
          <a:lstStyle/>
          <a:p>
            <a:pPr marL="0" indent="0" algn="ctr">
              <a:lnSpc>
                <a:spcPts val="2700"/>
              </a:lnSpc>
              <a:buNone/>
            </a:pPr>
            <a:r>
              <a:rPr lang="en-US" sz="2250" b="1" kern="0" spc="-50" dirty="0">
                <a:solidFill>
                  <a:srgbClr val="FFFFFF">
                    <a:alpha val="99000"/>
                  </a:srgbClr>
                </a:solidFill>
                <a:latin typeface="Inter" pitchFamily="34" charset="0"/>
                <a:ea typeface="Inter" pitchFamily="34" charset="-122"/>
                <a:cs typeface="Inter" pitchFamily="34" charset="-120"/>
              </a:rPr>
              <a:t>It is also FUN! </a:t>
            </a:r>
            <a:endParaRPr lang="en-US" sz="2250" dirty="0"/>
          </a:p>
        </p:txBody>
      </p:sp>
      <p:pic>
        <p:nvPicPr>
          <p:cNvPr id="13" name="Picture 12">
            <a:extLst>
              <a:ext uri="{FF2B5EF4-FFF2-40B4-BE49-F238E27FC236}">
                <a16:creationId xmlns:a16="http://schemas.microsoft.com/office/drawing/2014/main" id="{56485379-9629-71E4-BB94-DC0ABE74C73A}"/>
              </a:ext>
            </a:extLst>
          </p:cNvPr>
          <p:cNvPicPr>
            <a:picLocks noChangeAspect="1"/>
          </p:cNvPicPr>
          <p:nvPr/>
        </p:nvPicPr>
        <p:blipFill>
          <a:blip r:embed="rId3"/>
          <a:stretch>
            <a:fillRect/>
          </a:stretch>
        </p:blipFill>
        <p:spPr>
          <a:xfrm>
            <a:off x="5160993" y="1617785"/>
            <a:ext cx="731043" cy="899745"/>
          </a:xfrm>
          <a:prstGeom prst="rect">
            <a:avLst/>
          </a:prstGeom>
        </p:spPr>
      </p:pic>
    </p:spTree>
    <p:extLst>
      <p:ext uri="{BB962C8B-B14F-4D97-AF65-F5344CB8AC3E}">
        <p14:creationId xmlns:p14="http://schemas.microsoft.com/office/powerpoint/2010/main" val="6975509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3A2AFC6B-BC74-B020-8001-B9BB24657D57}"/>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D38C1846-89CB-B857-2F1A-B5339BF9DEF0}"/>
              </a:ext>
            </a:extLst>
          </p:cNvPr>
          <p:cNvSpPr/>
          <p:nvPr/>
        </p:nvSpPr>
        <p:spPr>
          <a:xfrm>
            <a:off x="609600" y="2400300"/>
            <a:ext cx="3600450" cy="342900"/>
          </a:xfrm>
          <a:prstGeom prst="rect">
            <a:avLst/>
          </a:prstGeom>
          <a:noFill/>
          <a:ln/>
        </p:spPr>
        <p:txBody>
          <a:bodyPr wrap="square" rtlCol="0" anchor="ctr"/>
          <a:lstStyle/>
          <a:p>
            <a:pPr marL="0" indent="0" algn="l">
              <a:lnSpc>
                <a:spcPts val="2700"/>
              </a:lnSpc>
              <a:buNone/>
            </a:pPr>
            <a:r>
              <a:rPr lang="en-US" sz="2250" b="1" kern="0" spc="-50" dirty="0">
                <a:solidFill>
                  <a:srgbClr val="FFFFFF">
                    <a:alpha val="99000"/>
                  </a:srgbClr>
                </a:solidFill>
                <a:latin typeface="Inter" pitchFamily="34" charset="0"/>
                <a:ea typeface="Inter" pitchFamily="34" charset="-122"/>
                <a:cs typeface="Inter" pitchFamily="34" charset="-120"/>
              </a:rPr>
              <a:t>In today’s lecture</a:t>
            </a:r>
            <a:endParaRPr lang="en-US" sz="2250" dirty="0"/>
          </a:p>
        </p:txBody>
      </p:sp>
      <p:sp>
        <p:nvSpPr>
          <p:cNvPr id="4" name="Text 1">
            <a:extLst>
              <a:ext uri="{FF2B5EF4-FFF2-40B4-BE49-F238E27FC236}">
                <a16:creationId xmlns:a16="http://schemas.microsoft.com/office/drawing/2014/main" id="{CDE8CD41-B22C-1543-1146-BD2AC5C17A20}"/>
              </a:ext>
            </a:extLst>
          </p:cNvPr>
          <p:cNvSpPr/>
          <p:nvPr/>
        </p:nvSpPr>
        <p:spPr>
          <a:xfrm>
            <a:off x="4610100" y="1857375"/>
            <a:ext cx="3695700" cy="1428750"/>
          </a:xfrm>
          <a:prstGeom prst="rect">
            <a:avLst/>
          </a:prstGeom>
          <a:noFill/>
          <a:ln/>
        </p:spPr>
        <p:txBody>
          <a:bodyPr wrap="square" rtlCol="0" anchor="ctr"/>
          <a:lstStyle/>
          <a:p>
            <a:pPr marL="342900" indent="-342900" algn="l">
              <a:lnSpc>
                <a:spcPts val="1890"/>
              </a:lnSpc>
              <a:buSzPct val="100000"/>
              <a:buChar char="•"/>
            </a:pPr>
            <a:r>
              <a:rPr lang="en-US" sz="1350" kern="0" spc="-13" dirty="0">
                <a:solidFill>
                  <a:srgbClr val="FFFFFF">
                    <a:alpha val="99000"/>
                  </a:srgbClr>
                </a:solidFill>
                <a:latin typeface="Inter" pitchFamily="34" charset="0"/>
                <a:ea typeface="Inter" pitchFamily="34" charset="-122"/>
                <a:cs typeface="Inter" pitchFamily="34" charset="-120"/>
              </a:rPr>
              <a:t>Knowing each other</a:t>
            </a:r>
          </a:p>
          <a:p>
            <a:pPr marL="342900" indent="-342900" algn="l">
              <a:lnSpc>
                <a:spcPts val="1890"/>
              </a:lnSpc>
              <a:buSzPct val="100000"/>
              <a:buChar char="•"/>
            </a:pPr>
            <a:r>
              <a:rPr lang="en-US" sz="1350" kern="0" spc="-13" dirty="0">
                <a:solidFill>
                  <a:srgbClr val="FFFFFF">
                    <a:alpha val="99000"/>
                  </a:srgbClr>
                </a:solidFill>
                <a:latin typeface="Inter" pitchFamily="34" charset="0"/>
                <a:ea typeface="Inter" pitchFamily="34" charset="-122"/>
                <a:cs typeface="Inter" pitchFamily="34" charset="-120"/>
              </a:rPr>
              <a:t>Course structure </a:t>
            </a:r>
          </a:p>
          <a:p>
            <a:pPr marL="342900" indent="-342900" algn="l">
              <a:lnSpc>
                <a:spcPts val="1890"/>
              </a:lnSpc>
              <a:buSzPct val="100000"/>
              <a:buChar char="•"/>
            </a:pPr>
            <a:r>
              <a:rPr lang="en-US" sz="1350" kern="0" spc="-13" dirty="0">
                <a:solidFill>
                  <a:srgbClr val="FFFFFF">
                    <a:alpha val="99000"/>
                  </a:srgbClr>
                </a:solidFill>
                <a:latin typeface="Inter" pitchFamily="34" charset="0"/>
                <a:ea typeface="Inter" pitchFamily="34" charset="-122"/>
                <a:cs typeface="Inter" pitchFamily="34" charset="-120"/>
              </a:rPr>
              <a:t>Communication </a:t>
            </a:r>
          </a:p>
          <a:p>
            <a:pPr marL="342900" indent="-342900" algn="l">
              <a:lnSpc>
                <a:spcPts val="1890"/>
              </a:lnSpc>
              <a:buSzPct val="100000"/>
              <a:buChar char="•"/>
            </a:pPr>
            <a:r>
              <a:rPr lang="en-US" sz="1350" kern="0" spc="-13" dirty="0">
                <a:solidFill>
                  <a:srgbClr val="FFFFFF">
                    <a:alpha val="99000"/>
                  </a:srgbClr>
                </a:solidFill>
                <a:latin typeface="Inter" pitchFamily="34" charset="0"/>
                <a:ea typeface="Inter" pitchFamily="34" charset="-122"/>
                <a:cs typeface="Inter" pitchFamily="34" charset="-120"/>
              </a:rPr>
              <a:t>Teaching method</a:t>
            </a:r>
          </a:p>
          <a:p>
            <a:pPr marL="342900" indent="-342900" algn="l">
              <a:lnSpc>
                <a:spcPts val="1890"/>
              </a:lnSpc>
              <a:buSzPct val="100000"/>
              <a:buChar char="•"/>
            </a:pPr>
            <a:r>
              <a:rPr lang="en-US" sz="1350" kern="0" spc="-13" dirty="0">
                <a:solidFill>
                  <a:srgbClr val="FFFFFF">
                    <a:alpha val="99000"/>
                  </a:srgbClr>
                </a:solidFill>
                <a:latin typeface="Inter" pitchFamily="34" charset="0"/>
                <a:ea typeface="Inter" pitchFamily="34" charset="-122"/>
                <a:cs typeface="Inter" pitchFamily="34" charset="-120"/>
              </a:rPr>
              <a:t>How to succeed in this course</a:t>
            </a:r>
          </a:p>
        </p:txBody>
      </p:sp>
    </p:spTree>
    <p:extLst>
      <p:ext uri="{BB962C8B-B14F-4D97-AF65-F5344CB8AC3E}">
        <p14:creationId xmlns:p14="http://schemas.microsoft.com/office/powerpoint/2010/main" val="41649352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1714500" y="2124075"/>
            <a:ext cx="5715000" cy="900113"/>
          </a:xfrm>
          <a:prstGeom prst="rect">
            <a:avLst/>
          </a:prstGeom>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p:cNvSpPr/>
          <p:nvPr/>
        </p:nvSpPr>
        <p:spPr>
          <a:xfrm>
            <a:off x="735623" y="2476500"/>
            <a:ext cx="3209193" cy="547688"/>
          </a:xfrm>
          <a:prstGeom prst="rect">
            <a:avLst/>
          </a:prstGeom>
          <a:noFill/>
          <a:ln/>
        </p:spPr>
        <p:txBody>
          <a:bodyPr wrap="square" rtlCol="0" anchor="ctr"/>
          <a:lstStyle/>
          <a:p>
            <a:pPr algn="ctr">
              <a:lnSpc>
                <a:spcPts val="4320"/>
              </a:lnSpc>
            </a:pPr>
            <a:r>
              <a:rPr lang="en-US" sz="3600" b="1" kern="0" spc="-72" dirty="0">
                <a:solidFill>
                  <a:srgbClr val="FFFFFF">
                    <a:alpha val="99000"/>
                  </a:srgbClr>
                </a:solidFill>
                <a:latin typeface="Inter" pitchFamily="34" charset="0"/>
                <a:ea typeface="Inter" pitchFamily="34" charset="-122"/>
                <a:cs typeface="Inter" pitchFamily="34" charset="-120"/>
              </a:rPr>
              <a:t>What is your story?</a:t>
            </a:r>
            <a:endParaRPr lang="en-US" sz="3600" dirty="0"/>
          </a:p>
        </p:txBody>
      </p:sp>
      <p:pic>
        <p:nvPicPr>
          <p:cNvPr id="5" name="Picture 4">
            <a:extLst>
              <a:ext uri="{FF2B5EF4-FFF2-40B4-BE49-F238E27FC236}">
                <a16:creationId xmlns:a16="http://schemas.microsoft.com/office/drawing/2014/main" id="{ACC02E5B-85E5-93C1-EB2D-1A057CC08B35}"/>
              </a:ext>
            </a:extLst>
          </p:cNvPr>
          <p:cNvPicPr>
            <a:picLocks noChangeAspect="1"/>
          </p:cNvPicPr>
          <p:nvPr/>
        </p:nvPicPr>
        <p:blipFill>
          <a:blip r:embed="rId3"/>
          <a:stretch>
            <a:fillRect/>
          </a:stretch>
        </p:blipFill>
        <p:spPr>
          <a:xfrm>
            <a:off x="3944816" y="0"/>
            <a:ext cx="5143500" cy="5143500"/>
          </a:xfrm>
          <a:prstGeom prst="rect">
            <a:avLst/>
          </a:prstGeom>
        </p:spPr>
      </p:pic>
    </p:spTree>
    <p:extLst>
      <p:ext uri="{BB962C8B-B14F-4D97-AF65-F5344CB8AC3E}">
        <p14:creationId xmlns:p14="http://schemas.microsoft.com/office/powerpoint/2010/main" val="42398969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C81FD16E-1B0F-7AA6-3AB8-7C4EE1CD1087}"/>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B55B8BC-9B90-878F-9B11-02873ADA0EEE}"/>
              </a:ext>
            </a:extLst>
          </p:cNvPr>
          <p:cNvPicPr>
            <a:picLocks noChangeAspect="1"/>
          </p:cNvPicPr>
          <p:nvPr/>
        </p:nvPicPr>
        <p:blipFill>
          <a:blip r:embed="rId3"/>
          <a:stretch>
            <a:fillRect/>
          </a:stretch>
        </p:blipFill>
        <p:spPr>
          <a:xfrm>
            <a:off x="-1258665" y="-709743"/>
            <a:ext cx="11661330" cy="6562985"/>
          </a:xfrm>
          <a:prstGeom prst="rect">
            <a:avLst/>
          </a:prstGeom>
        </p:spPr>
      </p:pic>
      <p:sp>
        <p:nvSpPr>
          <p:cNvPr id="3" name="Shape 0">
            <a:extLst>
              <a:ext uri="{FF2B5EF4-FFF2-40B4-BE49-F238E27FC236}">
                <a16:creationId xmlns:a16="http://schemas.microsoft.com/office/drawing/2014/main" id="{F16DC740-5431-3062-A074-327123A73C97}"/>
              </a:ext>
            </a:extLst>
          </p:cNvPr>
          <p:cNvSpPr/>
          <p:nvPr/>
        </p:nvSpPr>
        <p:spPr>
          <a:xfrm>
            <a:off x="1714500" y="2300288"/>
            <a:ext cx="5715000" cy="547688"/>
          </a:xfrm>
          <a:prstGeom prst="rect">
            <a:avLst/>
          </a:prstGeom>
          <a:noFill/>
          <a:ln/>
        </p:spPr>
        <p:txBody>
          <a:bodyPr/>
          <a:lstStyle/>
          <a:p>
            <a:endParaRPr lang="en-US"/>
          </a:p>
        </p:txBody>
      </p:sp>
      <p:sp>
        <p:nvSpPr>
          <p:cNvPr id="4" name="Text 1">
            <a:extLst>
              <a:ext uri="{FF2B5EF4-FFF2-40B4-BE49-F238E27FC236}">
                <a16:creationId xmlns:a16="http://schemas.microsoft.com/office/drawing/2014/main" id="{AAA97226-FD23-52D9-9F11-CBBC5C9A2A38}"/>
              </a:ext>
            </a:extLst>
          </p:cNvPr>
          <p:cNvSpPr/>
          <p:nvPr/>
        </p:nvSpPr>
        <p:spPr>
          <a:xfrm>
            <a:off x="1485900" y="2183058"/>
            <a:ext cx="6172200" cy="547688"/>
          </a:xfrm>
          <a:prstGeom prst="rect">
            <a:avLst/>
          </a:prstGeom>
          <a:noFill/>
          <a:ln/>
        </p:spPr>
        <p:txBody>
          <a:bodyPr wrap="square" rtlCol="0" anchor="ctr"/>
          <a:lstStyle/>
          <a:p>
            <a:pPr marL="0" indent="0" algn="ctr">
              <a:lnSpc>
                <a:spcPts val="4320"/>
              </a:lnSpc>
              <a:buNone/>
            </a:pPr>
            <a:r>
              <a:rPr lang="en-US" sz="3600" b="1" kern="0" spc="-72" dirty="0">
                <a:solidFill>
                  <a:srgbClr val="FFFFFF">
                    <a:alpha val="99000"/>
                  </a:srgbClr>
                </a:solidFill>
                <a:latin typeface="Inter" pitchFamily="34" charset="0"/>
                <a:ea typeface="Inter" pitchFamily="34" charset="-122"/>
                <a:cs typeface="Inter" pitchFamily="34" charset="-120"/>
              </a:rPr>
              <a:t>What is a game?</a:t>
            </a:r>
            <a:endParaRPr lang="en-US" sz="3600" dirty="0"/>
          </a:p>
        </p:txBody>
      </p:sp>
    </p:spTree>
    <p:extLst>
      <p:ext uri="{BB962C8B-B14F-4D97-AF65-F5344CB8AC3E}">
        <p14:creationId xmlns:p14="http://schemas.microsoft.com/office/powerpoint/2010/main" val="29715467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000000"/>
        </a:solidFill>
        <a:effectLst/>
      </p:bgPr>
    </p:bg>
    <p:spTree>
      <p:nvGrpSpPr>
        <p:cNvPr id="1" name=""/>
        <p:cNvGrpSpPr/>
        <p:nvPr/>
      </p:nvGrpSpPr>
      <p:grpSpPr>
        <a:xfrm>
          <a:off x="0" y="0"/>
          <a:ext cx="0" cy="0"/>
          <a:chOff x="0" y="0"/>
          <a:chExt cx="0" cy="0"/>
        </a:xfrm>
      </p:grpSpPr>
      <p:sp>
        <p:nvSpPr>
          <p:cNvPr id="3" name="Shape 0"/>
          <p:cNvSpPr/>
          <p:nvPr/>
        </p:nvSpPr>
        <p:spPr>
          <a:xfrm>
            <a:off x="609600" y="1947863"/>
            <a:ext cx="4405313" cy="1243515"/>
          </a:xfrm>
          <a:prstGeom prst="rect">
            <a:avLst/>
          </a:prstGeom>
          <a:no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5948363" y="1157288"/>
            <a:ext cx="2314575" cy="2824163"/>
          </a:xfrm>
          <a:prstGeom prst="rect">
            <a:avLst/>
          </a:prstGeom>
        </p:spPr>
      </p:pic>
      <p:sp>
        <p:nvSpPr>
          <p:cNvPr id="5" name="Text 1"/>
          <p:cNvSpPr/>
          <p:nvPr/>
        </p:nvSpPr>
        <p:spPr>
          <a:xfrm>
            <a:off x="609600" y="609600"/>
            <a:ext cx="8001000" cy="276225"/>
          </a:xfrm>
          <a:prstGeom prst="rect">
            <a:avLst/>
          </a:prstGeom>
          <a:noFill/>
          <a:ln/>
        </p:spPr>
        <p:txBody>
          <a:bodyPr wrap="square" rtlCol="0" anchor="ctr"/>
          <a:lstStyle/>
          <a:p>
            <a:pPr marL="0" indent="0" algn="l">
              <a:lnSpc>
                <a:spcPts val="2160"/>
              </a:lnSpc>
              <a:buNone/>
            </a:pPr>
            <a:r>
              <a:rPr lang="en-US" sz="1800" b="1" kern="0" spc="-36" dirty="0">
                <a:solidFill>
                  <a:srgbClr val="FFFFFF">
                    <a:alpha val="99000"/>
                  </a:srgbClr>
                </a:solidFill>
                <a:latin typeface="Inter" pitchFamily="34" charset="0"/>
                <a:ea typeface="Inter" pitchFamily="34" charset="-122"/>
                <a:cs typeface="Inter" pitchFamily="34" charset="-120"/>
              </a:rPr>
              <a:t>Multiple Definitions ..  </a:t>
            </a:r>
            <a:endParaRPr lang="en-US" sz="1800" dirty="0"/>
          </a:p>
        </p:txBody>
      </p:sp>
      <p:sp>
        <p:nvSpPr>
          <p:cNvPr id="6" name="Text 2"/>
          <p:cNvSpPr/>
          <p:nvPr/>
        </p:nvSpPr>
        <p:spPr>
          <a:xfrm>
            <a:off x="609600" y="1947863"/>
            <a:ext cx="4862513" cy="942975"/>
          </a:xfrm>
          <a:prstGeom prst="rect">
            <a:avLst/>
          </a:prstGeom>
          <a:noFill/>
          <a:ln/>
        </p:spPr>
        <p:txBody>
          <a:bodyPr wrap="square" rtlCol="0" anchor="ctr"/>
          <a:lstStyle/>
          <a:p>
            <a:pPr marL="0" indent="0" algn="l">
              <a:lnSpc>
                <a:spcPts val="2493"/>
              </a:lnSpc>
              <a:buNone/>
            </a:pPr>
            <a:r>
              <a:rPr lang="en-US" sz="1781" kern="0" spc="-18" dirty="0">
                <a:solidFill>
                  <a:srgbClr val="FFFFFF">
                    <a:alpha val="99000"/>
                  </a:srgbClr>
                </a:solidFill>
                <a:latin typeface="Inter" pitchFamily="34" charset="0"/>
                <a:ea typeface="Inter" pitchFamily="34" charset="-122"/>
                <a:cs typeface="Inter" pitchFamily="34" charset="-120"/>
              </a:rPr>
              <a:t>“A closed formal system that engages players in structured conflict and resolves its uncertainty in an unequal out”</a:t>
            </a:r>
            <a:endParaRPr lang="en-US" sz="1781" dirty="0"/>
          </a:p>
        </p:txBody>
      </p:sp>
      <p:sp>
        <p:nvSpPr>
          <p:cNvPr id="7" name="Text 3"/>
          <p:cNvSpPr/>
          <p:nvPr/>
        </p:nvSpPr>
        <p:spPr>
          <a:xfrm>
            <a:off x="609600" y="2991353"/>
            <a:ext cx="4862513" cy="200025"/>
          </a:xfrm>
          <a:prstGeom prst="rect">
            <a:avLst/>
          </a:prstGeom>
          <a:noFill/>
          <a:ln/>
        </p:spPr>
        <p:txBody>
          <a:bodyPr wrap="square" rtlCol="0" anchor="ctr"/>
          <a:lstStyle/>
          <a:p>
            <a:pPr marL="0" indent="0" algn="l">
              <a:lnSpc>
                <a:spcPts val="1591"/>
              </a:lnSpc>
              <a:buNone/>
            </a:pPr>
            <a:r>
              <a:rPr lang="en-US" sz="1187" kern="0" spc="-6" dirty="0">
                <a:solidFill>
                  <a:srgbClr val="EEEEEE">
                    <a:alpha val="99000"/>
                  </a:srgbClr>
                </a:solidFill>
                <a:latin typeface="Inter" pitchFamily="34" charset="0"/>
                <a:ea typeface="Inter" pitchFamily="34" charset="-122"/>
                <a:cs typeface="Inter" pitchFamily="34" charset="-120"/>
              </a:rPr>
              <a:t>Game Design Workshop, Tracy Fullerton</a:t>
            </a:r>
            <a:endParaRPr lang="en-US" sz="1187"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000000"/>
        </a:solidFill>
        <a:effectLst/>
      </p:bgPr>
    </p:bg>
    <p:spTree>
      <p:nvGrpSpPr>
        <p:cNvPr id="1" name=""/>
        <p:cNvGrpSpPr/>
        <p:nvPr/>
      </p:nvGrpSpPr>
      <p:grpSpPr>
        <a:xfrm>
          <a:off x="0" y="0"/>
          <a:ext cx="0" cy="0"/>
          <a:chOff x="0" y="0"/>
          <a:chExt cx="0" cy="0"/>
        </a:xfrm>
      </p:grpSpPr>
      <p:sp>
        <p:nvSpPr>
          <p:cNvPr id="3" name="Shape 0"/>
          <p:cNvSpPr/>
          <p:nvPr/>
        </p:nvSpPr>
        <p:spPr>
          <a:xfrm>
            <a:off x="609600" y="1947863"/>
            <a:ext cx="4124325" cy="1243515"/>
          </a:xfrm>
          <a:prstGeom prst="rect">
            <a:avLst/>
          </a:prstGeom>
          <a:no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5895975" y="1176338"/>
            <a:ext cx="2257425" cy="2786063"/>
          </a:xfrm>
          <a:prstGeom prst="rect">
            <a:avLst/>
          </a:prstGeom>
        </p:spPr>
      </p:pic>
      <p:sp>
        <p:nvSpPr>
          <p:cNvPr id="5" name="Text 1"/>
          <p:cNvSpPr/>
          <p:nvPr/>
        </p:nvSpPr>
        <p:spPr>
          <a:xfrm>
            <a:off x="609600" y="609600"/>
            <a:ext cx="8001000" cy="276225"/>
          </a:xfrm>
          <a:prstGeom prst="rect">
            <a:avLst/>
          </a:prstGeom>
          <a:noFill/>
          <a:ln/>
        </p:spPr>
        <p:txBody>
          <a:bodyPr wrap="square" rtlCol="0" anchor="ctr"/>
          <a:lstStyle/>
          <a:p>
            <a:pPr marL="0" indent="0" algn="l">
              <a:lnSpc>
                <a:spcPts val="2160"/>
              </a:lnSpc>
              <a:buNone/>
            </a:pPr>
            <a:r>
              <a:rPr lang="en-US" sz="1800" b="1" kern="0" spc="-36" dirty="0">
                <a:solidFill>
                  <a:srgbClr val="FFFFFF">
                    <a:alpha val="99000"/>
                  </a:srgbClr>
                </a:solidFill>
                <a:latin typeface="Inter" pitchFamily="34" charset="0"/>
                <a:ea typeface="Inter" pitchFamily="34" charset="-122"/>
                <a:cs typeface="Inter" pitchFamily="34" charset="-120"/>
              </a:rPr>
              <a:t>Multiple Definitions ..  </a:t>
            </a:r>
            <a:endParaRPr lang="en-US" sz="1800" dirty="0"/>
          </a:p>
        </p:txBody>
      </p:sp>
      <p:sp>
        <p:nvSpPr>
          <p:cNvPr id="6" name="Text 2"/>
          <p:cNvSpPr/>
          <p:nvPr/>
        </p:nvSpPr>
        <p:spPr>
          <a:xfrm>
            <a:off x="609600" y="1947863"/>
            <a:ext cx="4581525" cy="942975"/>
          </a:xfrm>
          <a:prstGeom prst="rect">
            <a:avLst/>
          </a:prstGeom>
          <a:noFill/>
          <a:ln/>
        </p:spPr>
        <p:txBody>
          <a:bodyPr wrap="square" rtlCol="0" anchor="ctr"/>
          <a:lstStyle/>
          <a:p>
            <a:pPr marL="0" indent="0" algn="l">
              <a:lnSpc>
                <a:spcPts val="2493"/>
              </a:lnSpc>
              <a:buNone/>
            </a:pPr>
            <a:r>
              <a:rPr lang="en-US" sz="1781" kern="0" spc="-18" dirty="0">
                <a:solidFill>
                  <a:srgbClr val="FFFFFF">
                    <a:alpha val="99000"/>
                  </a:srgbClr>
                </a:solidFill>
                <a:latin typeface="Inter" pitchFamily="34" charset="0"/>
                <a:ea typeface="Inter" pitchFamily="34" charset="-122"/>
                <a:cs typeface="Inter" pitchFamily="34" charset="-120"/>
              </a:rPr>
              <a:t>“A system in which players engage in an artificial conflict, defined by rules that results in a quantifiable outcome”</a:t>
            </a:r>
            <a:endParaRPr lang="en-US" sz="1781" dirty="0"/>
          </a:p>
        </p:txBody>
      </p:sp>
      <p:sp>
        <p:nvSpPr>
          <p:cNvPr id="7" name="Text 3"/>
          <p:cNvSpPr/>
          <p:nvPr/>
        </p:nvSpPr>
        <p:spPr>
          <a:xfrm>
            <a:off x="609600" y="2991353"/>
            <a:ext cx="4581525" cy="200025"/>
          </a:xfrm>
          <a:prstGeom prst="rect">
            <a:avLst/>
          </a:prstGeom>
          <a:noFill/>
          <a:ln/>
        </p:spPr>
        <p:txBody>
          <a:bodyPr wrap="square" rtlCol="0" anchor="ctr"/>
          <a:lstStyle/>
          <a:p>
            <a:pPr marL="0" indent="0" algn="l">
              <a:lnSpc>
                <a:spcPts val="1591"/>
              </a:lnSpc>
              <a:buNone/>
            </a:pPr>
            <a:r>
              <a:rPr lang="en-US" sz="1187" kern="0" spc="-6" dirty="0">
                <a:solidFill>
                  <a:srgbClr val="EEEEEE">
                    <a:alpha val="99000"/>
                  </a:srgbClr>
                </a:solidFill>
                <a:latin typeface="Inter" pitchFamily="34" charset="0"/>
                <a:ea typeface="Inter" pitchFamily="34" charset="-122"/>
                <a:cs typeface="Inter" pitchFamily="34" charset="-120"/>
              </a:rPr>
              <a:t>Rules of Play, Katie Salen and Eric Zimmerman</a:t>
            </a:r>
            <a:endParaRPr lang="en-US" sz="1187"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000000"/>
        </a:solidFill>
        <a:effectLst/>
      </p:bgPr>
    </p:bg>
    <p:spTree>
      <p:nvGrpSpPr>
        <p:cNvPr id="1" name=""/>
        <p:cNvGrpSpPr/>
        <p:nvPr/>
      </p:nvGrpSpPr>
      <p:grpSpPr>
        <a:xfrm>
          <a:off x="0" y="0"/>
          <a:ext cx="0" cy="0"/>
          <a:chOff x="0" y="0"/>
          <a:chExt cx="0" cy="0"/>
        </a:xfrm>
      </p:grpSpPr>
      <p:sp>
        <p:nvSpPr>
          <p:cNvPr id="3" name="Shape 0"/>
          <p:cNvSpPr/>
          <p:nvPr/>
        </p:nvSpPr>
        <p:spPr>
          <a:xfrm>
            <a:off x="609600" y="2262188"/>
            <a:ext cx="5000625" cy="614865"/>
          </a:xfrm>
          <a:prstGeom prst="rect">
            <a:avLst/>
          </a:prstGeom>
          <a:no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5819775" y="1057275"/>
            <a:ext cx="2476500" cy="3024188"/>
          </a:xfrm>
          <a:prstGeom prst="rect">
            <a:avLst/>
          </a:prstGeom>
        </p:spPr>
      </p:pic>
      <p:sp>
        <p:nvSpPr>
          <p:cNvPr id="5" name="Text 1"/>
          <p:cNvSpPr/>
          <p:nvPr/>
        </p:nvSpPr>
        <p:spPr>
          <a:xfrm>
            <a:off x="609600" y="609600"/>
            <a:ext cx="8001000" cy="276225"/>
          </a:xfrm>
          <a:prstGeom prst="rect">
            <a:avLst/>
          </a:prstGeom>
          <a:noFill/>
          <a:ln/>
        </p:spPr>
        <p:txBody>
          <a:bodyPr wrap="square" rtlCol="0" anchor="ctr"/>
          <a:lstStyle/>
          <a:p>
            <a:pPr marL="0" indent="0" algn="l">
              <a:lnSpc>
                <a:spcPts val="2160"/>
              </a:lnSpc>
              <a:buNone/>
            </a:pPr>
            <a:r>
              <a:rPr lang="en-US" sz="1800" b="1" kern="0" spc="-36" dirty="0">
                <a:solidFill>
                  <a:srgbClr val="FFFFFF">
                    <a:alpha val="99000"/>
                  </a:srgbClr>
                </a:solidFill>
                <a:latin typeface="Inter" pitchFamily="34" charset="0"/>
                <a:ea typeface="Inter" pitchFamily="34" charset="-122"/>
                <a:cs typeface="Inter" pitchFamily="34" charset="-120"/>
              </a:rPr>
              <a:t>Multiple Definitions ..  </a:t>
            </a:r>
            <a:endParaRPr lang="en-US" sz="1800" dirty="0"/>
          </a:p>
        </p:txBody>
      </p:sp>
      <p:sp>
        <p:nvSpPr>
          <p:cNvPr id="6" name="Text 2"/>
          <p:cNvSpPr/>
          <p:nvPr/>
        </p:nvSpPr>
        <p:spPr>
          <a:xfrm>
            <a:off x="609600" y="2262188"/>
            <a:ext cx="5457825" cy="314325"/>
          </a:xfrm>
          <a:prstGeom prst="rect">
            <a:avLst/>
          </a:prstGeom>
          <a:noFill/>
          <a:ln/>
        </p:spPr>
        <p:txBody>
          <a:bodyPr wrap="square" rtlCol="0" anchor="ctr"/>
          <a:lstStyle/>
          <a:p>
            <a:pPr marL="0" indent="0" algn="l">
              <a:lnSpc>
                <a:spcPts val="2493"/>
              </a:lnSpc>
              <a:buNone/>
            </a:pPr>
            <a:r>
              <a:rPr lang="en-US" sz="1781" kern="0" spc="-18" dirty="0">
                <a:solidFill>
                  <a:srgbClr val="FFFFFF">
                    <a:alpha val="99000"/>
                  </a:srgbClr>
                </a:solidFill>
                <a:latin typeface="Inter" pitchFamily="34" charset="0"/>
                <a:ea typeface="Inter" pitchFamily="34" charset="-122"/>
                <a:cs typeface="Inter" pitchFamily="34" charset="-120"/>
              </a:rPr>
              <a:t>“A series of meaningful choices”</a:t>
            </a:r>
            <a:endParaRPr lang="en-US" sz="1781" dirty="0"/>
          </a:p>
        </p:txBody>
      </p:sp>
      <p:sp>
        <p:nvSpPr>
          <p:cNvPr id="7" name="Text 3"/>
          <p:cNvSpPr/>
          <p:nvPr/>
        </p:nvSpPr>
        <p:spPr>
          <a:xfrm>
            <a:off x="609600" y="2677028"/>
            <a:ext cx="5457825" cy="200025"/>
          </a:xfrm>
          <a:prstGeom prst="rect">
            <a:avLst/>
          </a:prstGeom>
          <a:noFill/>
          <a:ln/>
        </p:spPr>
        <p:txBody>
          <a:bodyPr wrap="square" rtlCol="0" anchor="ctr"/>
          <a:lstStyle/>
          <a:p>
            <a:pPr marL="0" indent="0" algn="l">
              <a:lnSpc>
                <a:spcPts val="1591"/>
              </a:lnSpc>
              <a:buNone/>
            </a:pPr>
            <a:r>
              <a:rPr lang="en-US" sz="1187" kern="0" spc="-6" dirty="0">
                <a:solidFill>
                  <a:srgbClr val="EEEEEE">
                    <a:alpha val="99000"/>
                  </a:srgbClr>
                </a:solidFill>
                <a:latin typeface="Inter" pitchFamily="34" charset="0"/>
                <a:ea typeface="Inter" pitchFamily="34" charset="-122"/>
                <a:cs typeface="Inter" pitchFamily="34" charset="-120"/>
              </a:rPr>
              <a:t>Sid Meier, Creator of Civilization</a:t>
            </a:r>
            <a:endParaRPr lang="en-US" sz="1187"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000000"/>
        </a:solidFill>
        <a:effectLst/>
      </p:bgPr>
    </p:bg>
    <p:spTree>
      <p:nvGrpSpPr>
        <p:cNvPr id="1" name=""/>
        <p:cNvGrpSpPr/>
        <p:nvPr/>
      </p:nvGrpSpPr>
      <p:grpSpPr>
        <a:xfrm>
          <a:off x="0" y="0"/>
          <a:ext cx="0" cy="0"/>
          <a:chOff x="0" y="0"/>
          <a:chExt cx="0" cy="0"/>
        </a:xfrm>
      </p:grpSpPr>
      <p:sp>
        <p:nvSpPr>
          <p:cNvPr id="13" name="Text 5"/>
          <p:cNvSpPr/>
          <p:nvPr/>
        </p:nvSpPr>
        <p:spPr>
          <a:xfrm>
            <a:off x="800100" y="390525"/>
            <a:ext cx="8001000" cy="276225"/>
          </a:xfrm>
          <a:prstGeom prst="rect">
            <a:avLst/>
          </a:prstGeom>
          <a:noFill/>
          <a:ln/>
        </p:spPr>
        <p:txBody>
          <a:bodyPr wrap="square" rtlCol="0" anchor="ctr"/>
          <a:lstStyle/>
          <a:p>
            <a:pPr marL="0" indent="0" algn="ctr">
              <a:lnSpc>
                <a:spcPts val="2160"/>
              </a:lnSpc>
              <a:buNone/>
            </a:pPr>
            <a:r>
              <a:rPr lang="en-US" sz="1800" b="1" kern="0" spc="-36" dirty="0">
                <a:solidFill>
                  <a:srgbClr val="FFFFFF">
                    <a:alpha val="99000"/>
                  </a:srgbClr>
                </a:solidFill>
                <a:latin typeface="Inter" pitchFamily="34" charset="0"/>
                <a:ea typeface="Inter" pitchFamily="34" charset="-122"/>
                <a:cs typeface="Inter" pitchFamily="34" charset="-120"/>
              </a:rPr>
              <a:t>Core Elements of a game ..</a:t>
            </a:r>
            <a:endParaRPr lang="en-US" sz="1800" dirty="0"/>
          </a:p>
        </p:txBody>
      </p:sp>
      <p:pic>
        <p:nvPicPr>
          <p:cNvPr id="20" name="Picture 19">
            <a:extLst>
              <a:ext uri="{FF2B5EF4-FFF2-40B4-BE49-F238E27FC236}">
                <a16:creationId xmlns:a16="http://schemas.microsoft.com/office/drawing/2014/main" id="{3E0FAE8B-F60B-7831-1ECC-6B41C0527F36}"/>
              </a:ext>
            </a:extLst>
          </p:cNvPr>
          <p:cNvPicPr>
            <a:picLocks noChangeAspect="1"/>
          </p:cNvPicPr>
          <p:nvPr/>
        </p:nvPicPr>
        <p:blipFill>
          <a:blip r:embed="rId3"/>
          <a:stretch>
            <a:fillRect/>
          </a:stretch>
        </p:blipFill>
        <p:spPr>
          <a:xfrm>
            <a:off x="1298331" y="862194"/>
            <a:ext cx="6547338" cy="368483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1714500" y="2124075"/>
            <a:ext cx="5715000" cy="900113"/>
          </a:xfrm>
          <a:prstGeom prst="rect">
            <a:avLst/>
          </a:prstGeom>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p:cNvSpPr/>
          <p:nvPr/>
        </p:nvSpPr>
        <p:spPr>
          <a:xfrm>
            <a:off x="1714500" y="2124075"/>
            <a:ext cx="6172200" cy="547688"/>
          </a:xfrm>
          <a:prstGeom prst="rect">
            <a:avLst/>
          </a:prstGeom>
          <a:noFill/>
          <a:ln/>
        </p:spPr>
        <p:txBody>
          <a:bodyPr wrap="square" rtlCol="0" anchor="ctr"/>
          <a:lstStyle/>
          <a:p>
            <a:pPr marL="0" marR="0" lvl="0" indent="0" algn="ctr" defTabSz="914400" rtl="0" eaLnBrk="1" fontAlgn="auto" latinLnBrk="0" hangingPunct="1">
              <a:lnSpc>
                <a:spcPts val="4320"/>
              </a:lnSpc>
              <a:spcBef>
                <a:spcPts val="0"/>
              </a:spcBef>
              <a:spcAft>
                <a:spcPts val="0"/>
              </a:spcAft>
              <a:buClrTx/>
              <a:buSzTx/>
              <a:buFontTx/>
              <a:buNone/>
              <a:tabLst/>
              <a:defRPr/>
            </a:pPr>
            <a:r>
              <a:rPr kumimoji="0" lang="en-US" sz="3600" b="1" i="0" u="none" strike="noStrike" kern="0" cap="none" spc="-72" normalizeH="0" baseline="0" noProof="0" dirty="0">
                <a:ln>
                  <a:noFill/>
                </a:ln>
                <a:solidFill>
                  <a:srgbClr val="FFFFFF">
                    <a:alpha val="99000"/>
                  </a:srgbClr>
                </a:solidFill>
                <a:effectLst/>
                <a:uLnTx/>
                <a:uFillTx/>
                <a:latin typeface="Inter" pitchFamily="34" charset="0"/>
                <a:ea typeface="Inter" pitchFamily="34" charset="-122"/>
                <a:cs typeface="Inter" pitchFamily="34" charset="-120"/>
              </a:rPr>
              <a:t>Let’s talk about the course</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1714500" y="2786063"/>
            <a:ext cx="6172200" cy="238125"/>
          </a:xfrm>
          <a:prstGeom prst="rect">
            <a:avLst/>
          </a:prstGeom>
          <a:noFill/>
          <a:ln/>
        </p:spPr>
        <p:txBody>
          <a:bodyPr wrap="square" rtlCol="0" anchor="ctr"/>
          <a:lstStyle/>
          <a:p>
            <a:pPr marL="0" marR="0" lvl="0" indent="0" algn="ctr" defTabSz="914400" rtl="0" eaLnBrk="1" fontAlgn="auto" latinLnBrk="0" hangingPunct="1">
              <a:lnSpc>
                <a:spcPts val="1890"/>
              </a:lnSpc>
              <a:spcBef>
                <a:spcPts val="0"/>
              </a:spcBef>
              <a:spcAft>
                <a:spcPts val="0"/>
              </a:spcAft>
              <a:buClrTx/>
              <a:buSzTx/>
              <a:buFontTx/>
              <a:buNone/>
              <a:tabLst/>
              <a:defRPr/>
            </a:pPr>
            <a:r>
              <a:rPr kumimoji="0" lang="en-US" sz="1350" b="0" i="0" u="sng" strike="noStrike" kern="0" cap="none" spc="-13" normalizeH="0" baseline="0" noProof="0" dirty="0">
                <a:ln>
                  <a:noFill/>
                </a:ln>
                <a:solidFill>
                  <a:srgbClr val="FFFFFF">
                    <a:alpha val="99000"/>
                  </a:srgbClr>
                </a:solidFill>
                <a:effectLst/>
                <a:uLnTx/>
                <a:uFillTx/>
                <a:latin typeface="Inter" pitchFamily="34" charset="0"/>
                <a:ea typeface="Inter" pitchFamily="34" charset="-122"/>
                <a:cs typeface="Inter" pitchFamily="34" charset="-120"/>
                <a:hlinkClick r:id="rId3">
                  <a:extLst>
                    <a:ext uri="{A12FA001-AC4F-418D-AE19-62706E023703}">
                      <ahyp:hlinkClr xmlns:ahyp="http://schemas.microsoft.com/office/drawing/2018/hyperlinkcolor" val="tx"/>
                    </a:ext>
                  </a:extLst>
                </a:hlinkClick>
              </a:rPr>
              <a:t>https://github.com/gamedevkfupm/swe402/</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AC6FC016-50A2-2C76-BB6A-E3C7A82B2D77}"/>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06325D12-4EB4-6092-7DE4-7D047949FA3E}"/>
              </a:ext>
            </a:extLst>
          </p:cNvPr>
          <p:cNvSpPr/>
          <p:nvPr/>
        </p:nvSpPr>
        <p:spPr>
          <a:xfrm>
            <a:off x="1714500" y="2124075"/>
            <a:ext cx="5715000" cy="900113"/>
          </a:xfrm>
          <a:prstGeom prst="rect">
            <a:avLst/>
          </a:prstGeom>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Box 9">
            <a:extLst>
              <a:ext uri="{FF2B5EF4-FFF2-40B4-BE49-F238E27FC236}">
                <a16:creationId xmlns:a16="http://schemas.microsoft.com/office/drawing/2014/main" id="{AE48AD1D-2CD4-D7CC-EE09-8F2EB5215BC7}"/>
              </a:ext>
            </a:extLst>
          </p:cNvPr>
          <p:cNvSpPr txBox="1"/>
          <p:nvPr/>
        </p:nvSpPr>
        <p:spPr>
          <a:xfrm>
            <a:off x="2286000" y="4307764"/>
            <a:ext cx="4572000" cy="369332"/>
          </a:xfrm>
          <a:prstGeom prst="rect">
            <a:avLst/>
          </a:prstGeom>
          <a:noFill/>
        </p:spPr>
        <p:txBody>
          <a:bodyPr wrap="square">
            <a:spAutoFit/>
          </a:bodyPr>
          <a:lstStyle/>
          <a:p>
            <a:pPr algn="ctr"/>
            <a:r>
              <a:rPr lang="en-US" dirty="0">
                <a:solidFill>
                  <a:schemeClr val="bg1"/>
                </a:solidFill>
              </a:rPr>
              <a:t>https://</a:t>
            </a:r>
            <a:r>
              <a:rPr lang="en-US" dirty="0" err="1">
                <a:solidFill>
                  <a:schemeClr val="bg1"/>
                </a:solidFill>
              </a:rPr>
              <a:t>learn.unity.com</a:t>
            </a:r>
            <a:r>
              <a:rPr lang="en-US" dirty="0">
                <a:solidFill>
                  <a:schemeClr val="bg1"/>
                </a:solidFill>
              </a:rPr>
              <a:t>/pathways</a:t>
            </a:r>
          </a:p>
        </p:txBody>
      </p:sp>
      <p:pic>
        <p:nvPicPr>
          <p:cNvPr id="12" name="Picture 11">
            <a:extLst>
              <a:ext uri="{FF2B5EF4-FFF2-40B4-BE49-F238E27FC236}">
                <a16:creationId xmlns:a16="http://schemas.microsoft.com/office/drawing/2014/main" id="{B16D23DC-DA55-45FE-71F3-825AE37A28EF}"/>
              </a:ext>
            </a:extLst>
          </p:cNvPr>
          <p:cNvPicPr>
            <a:picLocks noChangeAspect="1"/>
          </p:cNvPicPr>
          <p:nvPr/>
        </p:nvPicPr>
        <p:blipFill>
          <a:blip r:embed="rId3"/>
          <a:stretch>
            <a:fillRect/>
          </a:stretch>
        </p:blipFill>
        <p:spPr>
          <a:xfrm>
            <a:off x="3007907" y="740691"/>
            <a:ext cx="3267847" cy="3267847"/>
          </a:xfrm>
          <a:prstGeom prst="rect">
            <a:avLst/>
          </a:prstGeom>
        </p:spPr>
      </p:pic>
      <p:pic>
        <p:nvPicPr>
          <p:cNvPr id="14" name="Picture 13">
            <a:extLst>
              <a:ext uri="{FF2B5EF4-FFF2-40B4-BE49-F238E27FC236}">
                <a16:creationId xmlns:a16="http://schemas.microsoft.com/office/drawing/2014/main" id="{3E132437-B73E-17AB-F354-2786E16CF7EA}"/>
              </a:ext>
            </a:extLst>
          </p:cNvPr>
          <p:cNvPicPr>
            <a:picLocks noChangeAspect="1"/>
          </p:cNvPicPr>
          <p:nvPr/>
        </p:nvPicPr>
        <p:blipFill>
          <a:blip r:embed="rId4"/>
          <a:stretch>
            <a:fillRect/>
          </a:stretch>
        </p:blipFill>
        <p:spPr>
          <a:xfrm>
            <a:off x="5795576" y="735169"/>
            <a:ext cx="3267847" cy="3267847"/>
          </a:xfrm>
          <a:prstGeom prst="rect">
            <a:avLst/>
          </a:prstGeom>
        </p:spPr>
      </p:pic>
      <p:pic>
        <p:nvPicPr>
          <p:cNvPr id="16" name="Picture 15">
            <a:extLst>
              <a:ext uri="{FF2B5EF4-FFF2-40B4-BE49-F238E27FC236}">
                <a16:creationId xmlns:a16="http://schemas.microsoft.com/office/drawing/2014/main" id="{25DF0BA0-2365-2357-8289-EE7C04A535FD}"/>
              </a:ext>
            </a:extLst>
          </p:cNvPr>
          <p:cNvPicPr>
            <a:picLocks noChangeAspect="1"/>
          </p:cNvPicPr>
          <p:nvPr/>
        </p:nvPicPr>
        <p:blipFill>
          <a:blip r:embed="rId5"/>
          <a:stretch>
            <a:fillRect/>
          </a:stretch>
        </p:blipFill>
        <p:spPr>
          <a:xfrm>
            <a:off x="312206" y="735169"/>
            <a:ext cx="3267847" cy="3267847"/>
          </a:xfrm>
          <a:prstGeom prst="rect">
            <a:avLst/>
          </a:prstGeom>
        </p:spPr>
      </p:pic>
    </p:spTree>
    <p:extLst>
      <p:ext uri="{BB962C8B-B14F-4D97-AF65-F5344CB8AC3E}">
        <p14:creationId xmlns:p14="http://schemas.microsoft.com/office/powerpoint/2010/main" val="42127483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a:effectLst/>
      </p:bgPr>
    </p:bg>
    <p:spTree>
      <p:nvGrpSpPr>
        <p:cNvPr id="1" name=""/>
        <p:cNvGrpSpPr/>
        <p:nvPr/>
      </p:nvGrpSpPr>
      <p:grpSpPr>
        <a:xfrm>
          <a:off x="0" y="0"/>
          <a:ext cx="0" cy="0"/>
          <a:chOff x="0" y="0"/>
          <a:chExt cx="0" cy="0"/>
        </a:xfrm>
      </p:grpSpPr>
      <p:pic>
        <p:nvPicPr>
          <p:cNvPr id="4" name="Image 1" descr="preencoded.png"/>
          <p:cNvPicPr>
            <a:picLocks noChangeAspect="1"/>
          </p:cNvPicPr>
          <p:nvPr/>
        </p:nvPicPr>
        <p:blipFill>
          <a:blip r:embed="rId3"/>
          <a:stretch>
            <a:fillRect/>
          </a:stretch>
        </p:blipFill>
        <p:spPr>
          <a:xfrm>
            <a:off x="6977063" y="445294"/>
            <a:ext cx="223288" cy="219075"/>
          </a:xfrm>
          <a:prstGeom prst="rect">
            <a:avLst/>
          </a:prstGeom>
        </p:spPr>
      </p:pic>
      <p:sp>
        <p:nvSpPr>
          <p:cNvPr id="5" name="Text 0"/>
          <p:cNvSpPr/>
          <p:nvPr/>
        </p:nvSpPr>
        <p:spPr>
          <a:xfrm>
            <a:off x="3271838" y="1943100"/>
            <a:ext cx="3057525" cy="628230"/>
          </a:xfrm>
          <a:prstGeom prst="rect">
            <a:avLst/>
          </a:prstGeom>
          <a:noFill/>
          <a:ln/>
        </p:spPr>
        <p:txBody>
          <a:bodyPr wrap="square" rtlCol="0" anchor="ctr"/>
          <a:lstStyle/>
          <a:p>
            <a:pPr marL="0" indent="0" algn="ctr">
              <a:lnSpc>
                <a:spcPts val="4955"/>
              </a:lnSpc>
              <a:buNone/>
            </a:pPr>
            <a:r>
              <a:rPr lang="en-US" sz="4129" b="1" kern="0" spc="-83" dirty="0">
                <a:solidFill>
                  <a:srgbClr val="FFFFFF">
                    <a:alpha val="99000"/>
                  </a:srgbClr>
                </a:solidFill>
                <a:latin typeface="Inter" pitchFamily="34" charset="0"/>
                <a:ea typeface="Inter" pitchFamily="34" charset="-122"/>
                <a:cs typeface="Inter" pitchFamily="34" charset="-120"/>
              </a:rPr>
              <a:t>Thank you</a:t>
            </a:r>
            <a:endParaRPr lang="en-US" sz="4129" dirty="0"/>
          </a:p>
        </p:txBody>
      </p:sp>
      <p:sp>
        <p:nvSpPr>
          <p:cNvPr id="6" name="Text 1"/>
          <p:cNvSpPr/>
          <p:nvPr/>
        </p:nvSpPr>
        <p:spPr>
          <a:xfrm>
            <a:off x="6910388" y="669131"/>
            <a:ext cx="2309813" cy="223838"/>
          </a:xfrm>
          <a:prstGeom prst="rect">
            <a:avLst/>
          </a:prstGeom>
          <a:noFill/>
          <a:ln/>
        </p:spPr>
        <p:txBody>
          <a:bodyPr wrap="square" rtlCol="0" anchor="ctr"/>
          <a:lstStyle/>
          <a:p>
            <a:pPr marL="0" indent="0" algn="l">
              <a:lnSpc>
                <a:spcPts val="1762"/>
              </a:lnSpc>
              <a:buNone/>
            </a:pPr>
            <a:r>
              <a:rPr lang="en-US" sz="1468" b="1" kern="0" spc="-29" dirty="0">
                <a:solidFill>
                  <a:srgbClr val="FFFFFF">
                    <a:alpha val="99000"/>
                  </a:srgbClr>
                </a:solidFill>
                <a:latin typeface="Inter" pitchFamily="34" charset="0"/>
                <a:ea typeface="Inter" pitchFamily="34" charset="-122"/>
                <a:cs typeface="Inter" pitchFamily="34" charset="-120"/>
              </a:rPr>
              <a:t>MS TEAMS GAME DEV </a:t>
            </a:r>
            <a:endParaRPr lang="en-US" sz="1468" dirty="0"/>
          </a:p>
        </p:txBody>
      </p:sp>
      <p:sp>
        <p:nvSpPr>
          <p:cNvPr id="7" name="Text 2"/>
          <p:cNvSpPr/>
          <p:nvPr/>
        </p:nvSpPr>
        <p:spPr>
          <a:xfrm>
            <a:off x="7267301" y="428625"/>
            <a:ext cx="1933575" cy="233362"/>
          </a:xfrm>
          <a:prstGeom prst="rect">
            <a:avLst/>
          </a:prstGeom>
          <a:noFill/>
          <a:ln/>
        </p:spPr>
        <p:txBody>
          <a:bodyPr wrap="square" rtlCol="0" anchor="ctr"/>
          <a:lstStyle/>
          <a:p>
            <a:pPr marL="0" indent="0" algn="l">
              <a:lnSpc>
                <a:spcPts val="1827"/>
              </a:lnSpc>
              <a:buNone/>
            </a:pPr>
            <a:r>
              <a:rPr lang="en-US" sz="1384" kern="0" spc="-28" dirty="0">
                <a:solidFill>
                  <a:srgbClr val="FFFFFF">
                    <a:alpha val="99000"/>
                  </a:srgbClr>
                </a:solidFill>
                <a:latin typeface="Inter" pitchFamily="34" charset="0"/>
                <a:ea typeface="Inter" pitchFamily="34" charset="-122"/>
                <a:cs typeface="Inter" pitchFamily="34" charset="-120"/>
              </a:rPr>
              <a:t>join the discussion</a:t>
            </a:r>
            <a:endParaRPr lang="en-US" sz="1384" dirty="0"/>
          </a:p>
        </p:txBody>
      </p:sp>
      <p:sp>
        <p:nvSpPr>
          <p:cNvPr id="8" name="Text 3"/>
          <p:cNvSpPr/>
          <p:nvPr/>
        </p:nvSpPr>
        <p:spPr>
          <a:xfrm>
            <a:off x="457200" y="428625"/>
            <a:ext cx="2733675" cy="476250"/>
          </a:xfrm>
          <a:prstGeom prst="rect">
            <a:avLst/>
          </a:prstGeom>
          <a:noFill/>
          <a:ln/>
        </p:spPr>
        <p:txBody>
          <a:bodyPr wrap="square" rtlCol="0" anchor="ctr"/>
          <a:lstStyle/>
          <a:p>
            <a:pPr marL="0" indent="0" algn="l">
              <a:lnSpc>
                <a:spcPts val="1890"/>
              </a:lnSpc>
              <a:buNone/>
            </a:pPr>
            <a:r>
              <a:rPr lang="en-US" sz="1350" kern="0" spc="-13" dirty="0">
                <a:solidFill>
                  <a:srgbClr val="FFFFFF">
                    <a:alpha val="99000"/>
                  </a:srgbClr>
                </a:solidFill>
                <a:latin typeface="Inter" pitchFamily="34" charset="0"/>
                <a:ea typeface="Inter" pitchFamily="34" charset="-122"/>
                <a:cs typeface="Inter" pitchFamily="34" charset="-120"/>
              </a:rPr>
              <a:t>Game Programming, KFUPM</a:t>
            </a:r>
            <a:endParaRPr lang="en-US" sz="1350" dirty="0"/>
          </a:p>
          <a:p>
            <a:pPr marL="0" indent="0" algn="l">
              <a:lnSpc>
                <a:spcPts val="1890"/>
              </a:lnSpc>
              <a:buNone/>
            </a:pPr>
            <a:r>
              <a:rPr lang="en-US" sz="1350" b="1" kern="0" spc="-13" dirty="0">
                <a:solidFill>
                  <a:srgbClr val="FFFFFF">
                    <a:alpha val="99000"/>
                  </a:srgbClr>
                </a:solidFill>
                <a:latin typeface="Inter" pitchFamily="34" charset="0"/>
                <a:ea typeface="Inter" pitchFamily="34" charset="-122"/>
                <a:cs typeface="Inter" pitchFamily="34" charset="-120"/>
              </a:rPr>
              <a:t>By Dr. Omar Hammad</a:t>
            </a:r>
            <a:endParaRPr lang="en-US" sz="1350" dirty="0"/>
          </a:p>
        </p:txBody>
      </p:sp>
      <p:pic>
        <p:nvPicPr>
          <p:cNvPr id="2" name="Picture 1">
            <a:extLst>
              <a:ext uri="{FF2B5EF4-FFF2-40B4-BE49-F238E27FC236}">
                <a16:creationId xmlns:a16="http://schemas.microsoft.com/office/drawing/2014/main" id="{3EA1E143-24B2-FB7A-9D1B-A08B8D5E6C03}"/>
              </a:ext>
            </a:extLst>
          </p:cNvPr>
          <p:cNvPicPr>
            <a:picLocks noChangeAspect="1"/>
          </p:cNvPicPr>
          <p:nvPr/>
        </p:nvPicPr>
        <p:blipFill>
          <a:blip r:embed="rId4"/>
          <a:stretch>
            <a:fillRect/>
          </a:stretch>
        </p:blipFill>
        <p:spPr>
          <a:xfrm>
            <a:off x="2439132" y="2671945"/>
            <a:ext cx="4265735" cy="4265735"/>
          </a:xfrm>
          <a:prstGeom prst="rect">
            <a:avLst/>
          </a:prstGeom>
        </p:spPr>
      </p:pic>
    </p:spTree>
  </p:cSld>
  <p:clrMapOvr>
    <a:masterClrMapping/>
  </p:clrMapOvr>
</p:sld>
</file>

<file path=ppt/theme/theme1.xml><?xml version="1.0" encoding="utf-8"?>
<a:theme xmlns:a="http://schemas.openxmlformats.org/drawingml/2006/main" name="Bjorn">
  <a:themeElements>
    <a:clrScheme name="Bjorn">
      <a:dk1>
        <a:srgbClr val="000000"/>
      </a:dk1>
      <a:lt1>
        <a:srgbClr val="FFFFFF"/>
      </a:lt1>
      <a:dk2>
        <a:srgbClr val="003474"/>
      </a:dk2>
      <a:lt2>
        <a:srgbClr val="EFE6EB"/>
      </a:lt2>
      <a:accent1>
        <a:srgbClr val="28AE70"/>
      </a:accent1>
      <a:accent2>
        <a:srgbClr val="AC9E0C"/>
      </a:accent2>
      <a:accent3>
        <a:srgbClr val="EF3475"/>
      </a:accent3>
      <a:accent4>
        <a:srgbClr val="8961F3"/>
      </a:accent4>
      <a:accent5>
        <a:srgbClr val="11ADD3"/>
      </a:accent5>
      <a:accent6>
        <a:srgbClr val="E78813"/>
      </a:accent6>
      <a:hlink>
        <a:srgbClr val="CD45C3"/>
      </a:hlink>
      <a:folHlink>
        <a:srgbClr val="E34E4E"/>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jorn" id="{121AC9A9-9DF1-410F-980B-228D05632962}" vid="{661A2AC3-DE07-4883-A618-4B52B678F5E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Bjorn</Template>
  <TotalTime>117</TotalTime>
  <Words>740</Words>
  <Application>Microsoft Macintosh PowerPoint</Application>
  <PresentationFormat>On-screen Show (16:9)</PresentationFormat>
  <Paragraphs>60</Paragraphs>
  <Slides>13</Slides>
  <Notes>13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Aptos</vt:lpstr>
      <vt:lpstr>Arial</vt:lpstr>
      <vt:lpstr>Calibri</vt:lpstr>
      <vt:lpstr>Inter</vt:lpstr>
      <vt:lpstr>Neue Haas Grotesk Text Pro</vt:lpstr>
      <vt:lpstr>System Font Regular</vt:lpstr>
      <vt:lpstr>Bjorn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Omar Jamal Hammad</cp:lastModifiedBy>
  <cp:revision>4</cp:revision>
  <dcterms:created xsi:type="dcterms:W3CDTF">2026-01-18T10:11:31Z</dcterms:created>
  <dcterms:modified xsi:type="dcterms:W3CDTF">2026-08-19T07:51:04Z</dcterms:modified>
</cp:coreProperties>
</file>